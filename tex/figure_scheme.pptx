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4" r:id="rId1"/>
  </p:sldMasterIdLst>
  <p:sldIdLst>
    <p:sldId id="256" r:id="rId2"/>
  </p:sldIdLst>
  <p:sldSz cx="9144000" cy="64008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7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404040"/>
    <a:srgbClr val="B9B9B9"/>
    <a:srgbClr val="2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9A10B-7A1B-4780-8EB1-66779DFD7188}" v="158" dt="2026-07-01T14:14:51.507"/>
    <p1510:client id="{02B81203-7BF0-4F96-B65C-8AB01D97A066}" v="3" dt="2026-07-01T14:30:38.445"/>
    <p1510:client id="{609E8181-B26E-4E63-9B5F-8F9213F9A176}" v="23" dt="2026-07-01T03:39:05.505"/>
    <p1510:client id="{83D9AA3B-45E1-45C6-B3FF-3C1D5181D4DB}" v="92" dt="2026-07-01T05:14:23.0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44" autoAdjust="0"/>
    <p:restoredTop sz="94660"/>
  </p:normalViewPr>
  <p:slideViewPr>
    <p:cSldViewPr showGuides="1">
      <p:cViewPr>
        <p:scale>
          <a:sx n="400" d="100"/>
          <a:sy n="400" d="100"/>
        </p:scale>
        <p:origin x="-11856" y="-10074"/>
      </p:cViewPr>
      <p:guideLst>
        <p:guide orient="horz" pos="2017"/>
        <p:guide pos="28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ra Terui" userId="3f83de79-c81c-43e2-ac56-bbb755c07a02" providerId="ADAL" clId="{4101542E-66A9-4306-BD0F-EFC5C6C97C63}"/>
    <pc:docChg chg="undo custSel addSld delSld modSld modMainMaster">
      <pc:chgData name="Akira Terui" userId="3f83de79-c81c-43e2-ac56-bbb755c07a02" providerId="ADAL" clId="{4101542E-66A9-4306-BD0F-EFC5C6C97C63}" dt="2026-07-01T05:14:23.023" v="1185" actId="20577"/>
      <pc:docMkLst>
        <pc:docMk/>
      </pc:docMkLst>
      <pc:sldChg chg="addSp delSp modSp mod">
        <pc:chgData name="Akira Terui" userId="3f83de79-c81c-43e2-ac56-bbb755c07a02" providerId="ADAL" clId="{4101542E-66A9-4306-BD0F-EFC5C6C97C63}" dt="2026-07-01T05:14:23.023" v="1185" actId="20577"/>
        <pc:sldMkLst>
          <pc:docMk/>
          <pc:sldMk cId="1909375894" sldId="256"/>
        </pc:sldMkLst>
        <pc:spChg chg="mod">
          <ac:chgData name="Akira Terui" userId="3f83de79-c81c-43e2-ac56-bbb755c07a02" providerId="ADAL" clId="{4101542E-66A9-4306-BD0F-EFC5C6C97C63}" dt="2026-07-01T05:06:16.980" v="1050" actId="1076"/>
          <ac:spMkLst>
            <pc:docMk/>
            <pc:sldMk cId="1909375894" sldId="256"/>
            <ac:spMk id="7" creationId="{B1F3E2F2-C812-A441-4971-99C8963825B9}"/>
          </ac:spMkLst>
        </pc:spChg>
        <pc:spChg chg="del mod">
          <ac:chgData name="Akira Terui" userId="3f83de79-c81c-43e2-ac56-bbb755c07a02" providerId="ADAL" clId="{4101542E-66A9-4306-BD0F-EFC5C6C97C63}" dt="2026-07-01T05:12:08.710" v="1160" actId="478"/>
          <ac:spMkLst>
            <pc:docMk/>
            <pc:sldMk cId="1909375894" sldId="256"/>
            <ac:spMk id="18" creationId="{EB2AC226-DFFB-FB4E-F85F-56750A451258}"/>
          </ac:spMkLst>
        </pc:spChg>
        <pc:spChg chg="mod">
          <ac:chgData name="Akira Terui" userId="3f83de79-c81c-43e2-ac56-bbb755c07a02" providerId="ADAL" clId="{4101542E-66A9-4306-BD0F-EFC5C6C97C63}" dt="2026-07-01T04:22:03.674" v="575" actId="1076"/>
          <ac:spMkLst>
            <pc:docMk/>
            <pc:sldMk cId="1909375894" sldId="256"/>
            <ac:spMk id="19" creationId="{EE53AD7C-F38A-CF22-CF18-500501DCC521}"/>
          </ac:spMkLst>
        </pc:spChg>
        <pc:spChg chg="mod">
          <ac:chgData name="Akira Terui" userId="3f83de79-c81c-43e2-ac56-bbb755c07a02" providerId="ADAL" clId="{4101542E-66A9-4306-BD0F-EFC5C6C97C63}" dt="2026-07-01T05:05:52.224" v="1046" actId="14100"/>
          <ac:spMkLst>
            <pc:docMk/>
            <pc:sldMk cId="1909375894" sldId="256"/>
            <ac:spMk id="42" creationId="{2D49E254-86F8-D441-24F7-313C597F1A12}"/>
          </ac:spMkLst>
        </pc:spChg>
        <pc:spChg chg="mod topLvl">
          <ac:chgData name="Akira Terui" userId="3f83de79-c81c-43e2-ac56-bbb755c07a02" providerId="ADAL" clId="{4101542E-66A9-4306-BD0F-EFC5C6C97C63}" dt="2026-07-01T04:22:07.669" v="576" actId="1076"/>
          <ac:spMkLst>
            <pc:docMk/>
            <pc:sldMk cId="1909375894" sldId="256"/>
            <ac:spMk id="48" creationId="{B2AB481C-8E67-309B-1BFC-8966E0DC48C3}"/>
          </ac:spMkLst>
        </pc:spChg>
        <pc:spChg chg="mod topLvl">
          <ac:chgData name="Akira Terui" userId="3f83de79-c81c-43e2-ac56-bbb755c07a02" providerId="ADAL" clId="{4101542E-66A9-4306-BD0F-EFC5C6C97C63}" dt="2026-07-01T04:22:10.306" v="577" actId="1076"/>
          <ac:spMkLst>
            <pc:docMk/>
            <pc:sldMk cId="1909375894" sldId="256"/>
            <ac:spMk id="49" creationId="{3C66D392-B710-7174-D5D7-3F167B515866}"/>
          </ac:spMkLst>
        </pc:spChg>
        <pc:spChg chg="mod topLvl">
          <ac:chgData name="Akira Terui" userId="3f83de79-c81c-43e2-ac56-bbb755c07a02" providerId="ADAL" clId="{4101542E-66A9-4306-BD0F-EFC5C6C97C63}" dt="2026-07-01T04:21:06.636" v="563" actId="164"/>
          <ac:spMkLst>
            <pc:docMk/>
            <pc:sldMk cId="1909375894" sldId="256"/>
            <ac:spMk id="50" creationId="{DA173AE1-8839-9306-5241-AFAEBCACDBF6}"/>
          </ac:spMkLst>
        </pc:spChg>
        <pc:spChg chg="mod">
          <ac:chgData name="Akira Terui" userId="3f83de79-c81c-43e2-ac56-bbb755c07a02" providerId="ADAL" clId="{4101542E-66A9-4306-BD0F-EFC5C6C97C63}" dt="2026-07-01T04:15:17.620" v="438" actId="1076"/>
          <ac:spMkLst>
            <pc:docMk/>
            <pc:sldMk cId="1909375894" sldId="256"/>
            <ac:spMk id="52" creationId="{1AAA83AC-97EA-9577-24A9-C4F2A5914276}"/>
          </ac:spMkLst>
        </pc:spChg>
        <pc:spChg chg="mod">
          <ac:chgData name="Akira Terui" userId="3f83de79-c81c-43e2-ac56-bbb755c07a02" providerId="ADAL" clId="{4101542E-66A9-4306-BD0F-EFC5C6C97C63}" dt="2026-07-01T05:07:00.055" v="1059" actId="164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4101542E-66A9-4306-BD0F-EFC5C6C97C63}" dt="2026-07-01T05:01:30.423" v="949" actId="165"/>
          <ac:spMkLst>
            <pc:docMk/>
            <pc:sldMk cId="1909375894" sldId="256"/>
            <ac:spMk id="62" creationId="{DC42A1F9-E8B6-DE0C-0024-A3667BC06B08}"/>
          </ac:spMkLst>
        </pc:spChg>
        <pc:spChg chg="mod">
          <ac:chgData name="Akira Terui" userId="3f83de79-c81c-43e2-ac56-bbb755c07a02" providerId="ADAL" clId="{4101542E-66A9-4306-BD0F-EFC5C6C97C63}" dt="2026-07-01T05:06:50.837" v="1057" actId="164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4101542E-66A9-4306-BD0F-EFC5C6C97C63}" dt="2026-07-01T04:24:15.709" v="592" actId="1076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4101542E-66A9-4306-BD0F-EFC5C6C97C63}" dt="2026-07-01T05:06:50.837" v="1057" actId="164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4101542E-66A9-4306-BD0F-EFC5C6C97C63}" dt="2026-07-01T05:07:00.055" v="1059" actId="164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4101542E-66A9-4306-BD0F-EFC5C6C97C63}" dt="2026-07-01T04:07:11.621" v="325"/>
          <ac:spMkLst>
            <pc:docMk/>
            <pc:sldMk cId="1909375894" sldId="256"/>
            <ac:spMk id="81" creationId="{89F8A15B-836B-7314-53BF-62AA01F97A4D}"/>
          </ac:spMkLst>
        </pc:spChg>
        <pc:spChg chg="add del mod">
          <ac:chgData name="Akira Terui" userId="3f83de79-c81c-43e2-ac56-bbb755c07a02" providerId="ADAL" clId="{4101542E-66A9-4306-BD0F-EFC5C6C97C63}" dt="2026-07-01T05:09:10.687" v="1093" actId="478"/>
          <ac:spMkLst>
            <pc:docMk/>
            <pc:sldMk cId="1909375894" sldId="256"/>
            <ac:spMk id="101" creationId="{774B74EA-4858-29DA-93F3-6C070489BCD4}"/>
          </ac:spMkLst>
        </pc:spChg>
        <pc:spChg chg="add mod">
          <ac:chgData name="Akira Terui" userId="3f83de79-c81c-43e2-ac56-bbb755c07a02" providerId="ADAL" clId="{4101542E-66A9-4306-BD0F-EFC5C6C97C63}" dt="2026-07-01T05:10:39.423" v="1159" actId="1036"/>
          <ac:spMkLst>
            <pc:docMk/>
            <pc:sldMk cId="1909375894" sldId="256"/>
            <ac:spMk id="102" creationId="{A40355BE-9F27-2C96-FA23-A838F8953C20}"/>
          </ac:spMkLst>
        </pc:spChg>
        <pc:spChg chg="add del mod">
          <ac:chgData name="Akira Terui" userId="3f83de79-c81c-43e2-ac56-bbb755c07a02" providerId="ADAL" clId="{4101542E-66A9-4306-BD0F-EFC5C6C97C63}" dt="2026-07-01T05:04:06.805" v="1033" actId="478"/>
          <ac:spMkLst>
            <pc:docMk/>
            <pc:sldMk cId="1909375894" sldId="256"/>
            <ac:spMk id="106" creationId="{6A70C7B7-ECCC-A8A1-20AF-81582E1A1B4D}"/>
          </ac:spMkLst>
        </pc:spChg>
        <pc:spChg chg="add mod topLvl">
          <ac:chgData name="Akira Terui" userId="3f83de79-c81c-43e2-ac56-bbb755c07a02" providerId="ADAL" clId="{4101542E-66A9-4306-BD0F-EFC5C6C97C63}" dt="2026-07-01T04:51:43.836" v="860" actId="165"/>
          <ac:spMkLst>
            <pc:docMk/>
            <pc:sldMk cId="1909375894" sldId="256"/>
            <ac:spMk id="117" creationId="{588FCE71-622F-3F6F-C25A-9965A192FEFE}"/>
          </ac:spMkLst>
        </pc:spChg>
        <pc:spChg chg="mod">
          <ac:chgData name="Akira Terui" userId="3f83de79-c81c-43e2-ac56-bbb755c07a02" providerId="ADAL" clId="{4101542E-66A9-4306-BD0F-EFC5C6C97C63}" dt="2026-07-01T04:52:34.903" v="869" actId="165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4101542E-66A9-4306-BD0F-EFC5C6C97C63}" dt="2026-07-01T04:53:53.366" v="887"/>
          <ac:spMkLst>
            <pc:docMk/>
            <pc:sldMk cId="1909375894" sldId="256"/>
            <ac:spMk id="195" creationId="{07B85337-7DA5-D898-742A-84DCF3086C2C}"/>
          </ac:spMkLst>
        </pc:spChg>
        <pc:spChg chg="mod">
          <ac:chgData name="Akira Terui" userId="3f83de79-c81c-43e2-ac56-bbb755c07a02" providerId="ADAL" clId="{4101542E-66A9-4306-BD0F-EFC5C6C97C63}" dt="2026-07-01T04:55:33.245" v="909" actId="165"/>
          <ac:spMkLst>
            <pc:docMk/>
            <pc:sldMk cId="1909375894" sldId="256"/>
            <ac:spMk id="221" creationId="{F19D1104-4BCB-4648-EEA1-0103A908BA2E}"/>
          </ac:spMkLst>
        </pc:spChg>
        <pc:spChg chg="add mod">
          <ac:chgData name="Akira Terui" userId="3f83de79-c81c-43e2-ac56-bbb755c07a02" providerId="ADAL" clId="{4101542E-66A9-4306-BD0F-EFC5C6C97C63}" dt="2026-07-01T05:04:14.639" v="1035" actId="553"/>
          <ac:spMkLst>
            <pc:docMk/>
            <pc:sldMk cId="1909375894" sldId="256"/>
            <ac:spMk id="225" creationId="{6A0DD742-92F8-5E9B-318C-3E34F6DCB5F6}"/>
          </ac:spMkLst>
        </pc:spChg>
        <pc:spChg chg="add mod">
          <ac:chgData name="Akira Terui" userId="3f83de79-c81c-43e2-ac56-bbb755c07a02" providerId="ADAL" clId="{4101542E-66A9-4306-BD0F-EFC5C6C97C63}" dt="2026-07-01T05:04:14.639" v="1035" actId="553"/>
          <ac:spMkLst>
            <pc:docMk/>
            <pc:sldMk cId="1909375894" sldId="256"/>
            <ac:spMk id="226" creationId="{8B296F1E-38C7-CFB6-D71D-A78118F9FECC}"/>
          </ac:spMkLst>
        </pc:spChg>
        <pc:spChg chg="add mod">
          <ac:chgData name="Akira Terui" userId="3f83de79-c81c-43e2-ac56-bbb755c07a02" providerId="ADAL" clId="{4101542E-66A9-4306-BD0F-EFC5C6C97C63}" dt="2026-07-01T05:10:37.173" v="1158" actId="1036"/>
          <ac:spMkLst>
            <pc:docMk/>
            <pc:sldMk cId="1909375894" sldId="256"/>
            <ac:spMk id="234" creationId="{B18935E2-2D68-76A1-E026-161A2391F2FF}"/>
          </ac:spMkLst>
        </pc:spChg>
        <pc:spChg chg="add mod">
          <ac:chgData name="Akira Terui" userId="3f83de79-c81c-43e2-ac56-bbb755c07a02" providerId="ADAL" clId="{4101542E-66A9-4306-BD0F-EFC5C6C97C63}" dt="2026-07-01T05:13:34.975" v="1163" actId="17032"/>
          <ac:spMkLst>
            <pc:docMk/>
            <pc:sldMk cId="1909375894" sldId="256"/>
            <ac:spMk id="235" creationId="{31F5D70A-7664-78FC-FE70-06B940B6B710}"/>
          </ac:spMkLst>
        </pc:spChg>
        <pc:spChg chg="add del mod">
          <ac:chgData name="Akira Terui" userId="3f83de79-c81c-43e2-ac56-bbb755c07a02" providerId="ADAL" clId="{4101542E-66A9-4306-BD0F-EFC5C6C97C63}" dt="2026-07-01T05:14:03.931" v="1167" actId="478"/>
          <ac:spMkLst>
            <pc:docMk/>
            <pc:sldMk cId="1909375894" sldId="256"/>
            <ac:spMk id="236" creationId="{CFCB0045-66BB-95B8-7AF2-7D35188AE8F7}"/>
          </ac:spMkLst>
        </pc:spChg>
        <pc:spChg chg="add mod">
          <ac:chgData name="Akira Terui" userId="3f83de79-c81c-43e2-ac56-bbb755c07a02" providerId="ADAL" clId="{4101542E-66A9-4306-BD0F-EFC5C6C97C63}" dt="2026-07-01T05:14:23.023" v="1185" actId="20577"/>
          <ac:spMkLst>
            <pc:docMk/>
            <pc:sldMk cId="1909375894" sldId="256"/>
            <ac:spMk id="237" creationId="{2802DC72-4FEC-D9EC-F0C8-16E725442D84}"/>
          </ac:spMkLst>
        </pc:spChg>
        <pc:grpChg chg="del">
          <ac:chgData name="Akira Terui" userId="3f83de79-c81c-43e2-ac56-bbb755c07a02" providerId="ADAL" clId="{4101542E-66A9-4306-BD0F-EFC5C6C97C63}" dt="2026-07-01T04:16:54.801" v="463" actId="165"/>
          <ac:grpSpMkLst>
            <pc:docMk/>
            <pc:sldMk cId="1909375894" sldId="256"/>
            <ac:grpSpMk id="8" creationId="{AFFED430-8923-B6A0-B422-0DE0299CE842}"/>
          </ac:grpSpMkLst>
        </pc:grpChg>
        <pc:grpChg chg="del mod">
          <ac:chgData name="Akira Terui" userId="3f83de79-c81c-43e2-ac56-bbb755c07a02" providerId="ADAL" clId="{4101542E-66A9-4306-BD0F-EFC5C6C97C63}" dt="2026-07-01T04:59:13.386" v="932" actId="478"/>
          <ac:grpSpMkLst>
            <pc:docMk/>
            <pc:sldMk cId="1909375894" sldId="256"/>
            <ac:grpSpMk id="53" creationId="{6B7D876F-7869-6583-2A44-A240646B6E81}"/>
          </ac:grpSpMkLst>
        </pc:grpChg>
        <pc:grpChg chg="del">
          <ac:chgData name="Akira Terui" userId="3f83de79-c81c-43e2-ac56-bbb755c07a02" providerId="ADAL" clId="{4101542E-66A9-4306-BD0F-EFC5C6C97C63}" dt="2026-07-01T04:17:27.300" v="467" actId="165"/>
          <ac:grpSpMkLst>
            <pc:docMk/>
            <pc:sldMk cId="1909375894" sldId="256"/>
            <ac:grpSpMk id="55" creationId="{C76071FC-3652-8757-B321-97BF398B2D53}"/>
          </ac:grpSpMkLst>
        </pc:grpChg>
        <pc:grpChg chg="del mod">
          <ac:chgData name="Akira Terui" userId="3f83de79-c81c-43e2-ac56-bbb755c07a02" providerId="ADAL" clId="{4101542E-66A9-4306-BD0F-EFC5C6C97C63}" dt="2026-07-01T03:40:44.914" v="142" actId="165"/>
          <ac:grpSpMkLst>
            <pc:docMk/>
            <pc:sldMk cId="1909375894" sldId="256"/>
            <ac:grpSpMk id="72" creationId="{5D49F3DA-344C-3B01-112B-38524FE13290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76" creationId="{8D2404A1-70DC-90FA-136B-CF2C44B1F4E9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78" creationId="{C1A42754-5114-F213-BD3F-5B9C5617CBAA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87" creationId="{67E1ADB9-1500-F323-0432-2873ED218EE6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88" creationId="{1BE98CD2-07EF-6230-AD0E-4407E64B4219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89" creationId="{261444A3-EBC2-A531-7270-BCF228B2F151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0" creationId="{52ABF4AB-8DA1-DF6C-56C5-B187C531ECAE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1" creationId="{43E49B26-9626-8772-C535-9529A672E826}"/>
          </ac:grpSpMkLst>
        </pc:grpChg>
        <pc:grpChg chg="add mod">
          <ac:chgData name="Akira Terui" userId="3f83de79-c81c-43e2-ac56-bbb755c07a02" providerId="ADAL" clId="{4101542E-66A9-4306-BD0F-EFC5C6C97C63}" dt="2026-07-01T04:18:51.139" v="492" actId="164"/>
          <ac:grpSpMkLst>
            <pc:docMk/>
            <pc:sldMk cId="1909375894" sldId="256"/>
            <ac:grpSpMk id="107" creationId="{322C2AA5-52C2-2E1C-76FB-D764C41CCBA5}"/>
          </ac:grpSpMkLst>
        </pc:grpChg>
        <pc:grpChg chg="add mod">
          <ac:chgData name="Akira Terui" userId="3f83de79-c81c-43e2-ac56-bbb755c07a02" providerId="ADAL" clId="{4101542E-66A9-4306-BD0F-EFC5C6C97C63}" dt="2026-07-01T04:19:03.062" v="494" actId="164"/>
          <ac:grpSpMkLst>
            <pc:docMk/>
            <pc:sldMk cId="1909375894" sldId="256"/>
            <ac:grpSpMk id="108" creationId="{EA16922A-7515-130F-F499-0FAF9BB28A6F}"/>
          </ac:grpSpMkLst>
        </pc:grpChg>
        <pc:grpChg chg="add del mod">
          <ac:chgData name="Akira Terui" userId="3f83de79-c81c-43e2-ac56-bbb755c07a02" providerId="ADAL" clId="{4101542E-66A9-4306-BD0F-EFC5C6C97C63}" dt="2026-07-01T04:20:44.068" v="560" actId="165"/>
          <ac:grpSpMkLst>
            <pc:docMk/>
            <pc:sldMk cId="1909375894" sldId="256"/>
            <ac:grpSpMk id="109" creationId="{4AE59B0A-60EA-5A60-3C9E-8C5A487473D9}"/>
          </ac:grpSpMkLst>
        </pc:grpChg>
        <pc:grpChg chg="add mod">
          <ac:chgData name="Akira Terui" userId="3f83de79-c81c-43e2-ac56-bbb755c07a02" providerId="ADAL" clId="{4101542E-66A9-4306-BD0F-EFC5C6C97C63}" dt="2026-07-01T04:20:52.770" v="562" actId="164"/>
          <ac:grpSpMkLst>
            <pc:docMk/>
            <pc:sldMk cId="1909375894" sldId="256"/>
            <ac:grpSpMk id="110" creationId="{B4E43E75-0E1A-300E-2ECF-DA8152B5D856}"/>
          </ac:grpSpMkLst>
        </pc:grpChg>
        <pc:grpChg chg="add mod">
          <ac:chgData name="Akira Terui" userId="3f83de79-c81c-43e2-ac56-bbb755c07a02" providerId="ADAL" clId="{4101542E-66A9-4306-BD0F-EFC5C6C97C63}" dt="2026-07-01T04:21:09.741" v="565" actId="14100"/>
          <ac:grpSpMkLst>
            <pc:docMk/>
            <pc:sldMk cId="1909375894" sldId="256"/>
            <ac:grpSpMk id="111" creationId="{EAADAA51-0075-5270-D0D9-FD732B4E2A83}"/>
          </ac:grpSpMkLst>
        </pc:grpChg>
        <pc:grpChg chg="add del mod">
          <ac:chgData name="Akira Terui" userId="3f83de79-c81c-43e2-ac56-bbb755c07a02" providerId="ADAL" clId="{4101542E-66A9-4306-BD0F-EFC5C6C97C63}" dt="2026-07-01T04:27:16.066" v="612" actId="165"/>
          <ac:grpSpMkLst>
            <pc:docMk/>
            <pc:sldMk cId="1909375894" sldId="256"/>
            <ac:grpSpMk id="119" creationId="{ABA7E3B5-1728-0D4D-6C26-213A721A64A1}"/>
          </ac:grpSpMkLst>
        </pc:grpChg>
        <pc:grpChg chg="add mod topLvl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20" creationId="{5B0CACF9-CFC7-400A-4967-A898C6E16668}"/>
          </ac:grpSpMkLst>
        </pc:grpChg>
        <pc:grpChg chg="add del mod">
          <ac:chgData name="Akira Terui" userId="3f83de79-c81c-43e2-ac56-bbb755c07a02" providerId="ADAL" clId="{4101542E-66A9-4306-BD0F-EFC5C6C97C63}" dt="2026-07-01T05:01:30.423" v="949" actId="165"/>
          <ac:grpSpMkLst>
            <pc:docMk/>
            <pc:sldMk cId="1909375894" sldId="256"/>
            <ac:grpSpMk id="136" creationId="{635227E8-7070-7501-00EF-A1A78BAC9FB4}"/>
          </ac:grpSpMkLst>
        </pc:grpChg>
        <pc:grpChg chg="add del mod">
          <ac:chgData name="Akira Terui" userId="3f83de79-c81c-43e2-ac56-bbb755c07a02" providerId="ADAL" clId="{4101542E-66A9-4306-BD0F-EFC5C6C97C63}" dt="2026-07-01T04:50:57.494" v="851" actId="165"/>
          <ac:grpSpMkLst>
            <pc:docMk/>
            <pc:sldMk cId="1909375894" sldId="256"/>
            <ac:grpSpMk id="137" creationId="{55868201-769C-C7E4-BDA0-06BB28ABFF99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8" creationId="{68177AF4-4668-5FBF-F1FD-1014F15C3460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9" creationId="{A141EAA3-E2CC-F50F-9C06-91AC7D84E175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0" creationId="{5E0903A6-C5D4-716D-DD7C-23E94F39EAB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1" creationId="{46E29F9C-FB19-88A9-5029-BB65FC03429F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2" creationId="{E98F9A6A-FEC8-72BF-2BC0-5181D81E0B33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3" creationId="{9310219E-52BD-2C02-3AA9-FA6106DA313C}"/>
          </ac:grpSpMkLst>
        </pc:grpChg>
        <pc:grpChg chg="add del mod">
          <ac:chgData name="Akira Terui" userId="3f83de79-c81c-43e2-ac56-bbb755c07a02" providerId="ADAL" clId="{4101542E-66A9-4306-BD0F-EFC5C6C97C63}" dt="2026-07-01T04:51:43.836" v="860" actId="165"/>
          <ac:grpSpMkLst>
            <pc:docMk/>
            <pc:sldMk cId="1909375894" sldId="256"/>
            <ac:grpSpMk id="144" creationId="{D8BF8947-D4B5-1138-6A72-D49176E6742F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45" creationId="{C58A03FD-0B11-05C3-025C-221316D8FB0D}"/>
          </ac:grpSpMkLst>
        </pc:grpChg>
        <pc:grpChg chg="add del mod">
          <ac:chgData name="Akira Terui" userId="3f83de79-c81c-43e2-ac56-bbb755c07a02" providerId="ADAL" clId="{4101542E-66A9-4306-BD0F-EFC5C6C97C63}" dt="2026-07-01T04:52:34.903" v="869" actId="165"/>
          <ac:grpSpMkLst>
            <pc:docMk/>
            <pc:sldMk cId="1909375894" sldId="256"/>
            <ac:grpSpMk id="146" creationId="{E4B5FFB7-AA15-EE21-7DF7-D9F654E3C09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47" creationId="{85FC2F72-4C1F-E8E1-55A1-F571E245583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0" creationId="{BC008A0F-C5C2-96E8-DF65-E7BF56E1502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1" creationId="{6298C513-7361-2D22-1C63-5E6BD4449187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2" creationId="{459A0C76-4AB0-C134-3834-6214D6607CA1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3" creationId="{BFC89817-B01F-C77A-4C3C-94B9191CE96F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4" creationId="{C4B8A897-7DA7-AD6F-9DD6-EC9DDCC245F5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5" creationId="{DBCC3596-5710-8A7C-21DC-0B8B78C2D5D4}"/>
          </ac:grpSpMkLst>
        </pc:grpChg>
        <pc:grpChg chg="add 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1" creationId="{8B1D03CE-FFC6-E8F6-8C6A-AA50E0654F1D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2" creationId="{0565790C-9261-43EF-96A0-8568E41391D7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5" creationId="{AD1735AA-E508-B712-ED11-62DBF8C90613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6" creationId="{0BCE1E35-6321-149E-2279-F87A28961077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7" creationId="{36052877-1236-5A41-DE05-31DC11F3A046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8" creationId="{540472CF-E93F-97F3-4ED9-7FA1E44E9B83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9" creationId="{AFF4F295-BD43-C2D4-EBF4-CFB9BF1682CA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80" creationId="{3952914E-2A0E-DCBB-199C-AC70EF56C4AF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96" creationId="{0C5C5671-40B4-B784-1860-15A1B5F65063}"/>
          </ac:grpSpMkLst>
        </pc:grpChg>
        <pc:grpChg chg="add del mod">
          <ac:chgData name="Akira Terui" userId="3f83de79-c81c-43e2-ac56-bbb755c07a02" providerId="ADAL" clId="{4101542E-66A9-4306-BD0F-EFC5C6C97C63}" dt="2026-07-01T04:55:33.245" v="909" actId="165"/>
          <ac:grpSpMkLst>
            <pc:docMk/>
            <pc:sldMk cId="1909375894" sldId="256"/>
            <ac:grpSpMk id="197" creationId="{B8398690-B327-D68D-3543-39F2A173F52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198" creationId="{B3172196-C914-7F10-9DC0-F0AA95B74AB9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1" creationId="{CEB698C7-622B-A2B9-2CCA-DAAB9AD6AFF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2" creationId="{CD4802FC-35CF-ABDD-2D90-64B9CFFEEB8A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3" creationId="{8FE61543-14D8-17C9-964E-2D498CB7AFE5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4" creationId="{C376DAFB-0B3D-E5D1-F896-A5D815A9774D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5" creationId="{D5130176-449B-7098-FBAA-70A2F5E0A1CE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6" creationId="{C4FF9A52-3AEB-B643-3B94-17801134BDFD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223" creationId="{1D6547B1-30AD-DD80-89D7-CAFC87142F3C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224" creationId="{DA4EF7C0-BC2B-AA97-2948-A9DCA9597A93}"/>
          </ac:grpSpMkLst>
        </pc:grpChg>
        <pc:grpChg chg="add mod">
          <ac:chgData name="Akira Terui" userId="3f83de79-c81c-43e2-ac56-bbb755c07a02" providerId="ADAL" clId="{4101542E-66A9-4306-BD0F-EFC5C6C97C63}" dt="2026-07-01T05:10:01.413" v="1155" actId="1036"/>
          <ac:grpSpMkLst>
            <pc:docMk/>
            <pc:sldMk cId="1909375894" sldId="256"/>
            <ac:grpSpMk id="232" creationId="{10F481D4-914D-747A-DE18-1A5C2764E2EE}"/>
          </ac:grpSpMkLst>
        </pc:grpChg>
        <pc:grpChg chg="add mod">
          <ac:chgData name="Akira Terui" userId="3f83de79-c81c-43e2-ac56-bbb755c07a02" providerId="ADAL" clId="{4101542E-66A9-4306-BD0F-EFC5C6C97C63}" dt="2026-07-01T05:09:54.475" v="1151" actId="552"/>
          <ac:grpSpMkLst>
            <pc:docMk/>
            <pc:sldMk cId="1909375894" sldId="256"/>
            <ac:grpSpMk id="233" creationId="{7DAF3F1A-E624-70C4-4645-03EBCE7BED3D}"/>
          </ac:grpSpMkLst>
        </pc:grp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4" creationId="{5FA2AAD8-97F4-6EE3-7068-26C7DD4550D1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12" creationId="{05A9E7E3-F772-6CF5-BEAE-BC6D5F2A59F0}"/>
          </ac:cxnSpMkLst>
        </pc:cxnChg>
        <pc:cxnChg chg="del mod">
          <ac:chgData name="Akira Terui" userId="3f83de79-c81c-43e2-ac56-bbb755c07a02" providerId="ADAL" clId="{4101542E-66A9-4306-BD0F-EFC5C6C97C63}" dt="2026-07-01T05:12:08.710" v="1160" actId="478"/>
          <ac:cxnSpMkLst>
            <pc:docMk/>
            <pc:sldMk cId="1909375894" sldId="256"/>
            <ac:cxnSpMk id="20" creationId="{C872D5A2-1CFA-B77B-1207-0AB6619A3EBA}"/>
          </ac:cxnSpMkLst>
        </pc:cxnChg>
        <pc:cxnChg chg="mod">
          <ac:chgData name="Akira Terui" userId="3f83de79-c81c-43e2-ac56-bbb755c07a02" providerId="ADAL" clId="{4101542E-66A9-4306-BD0F-EFC5C6C97C63}" dt="2026-07-01T05:06:20.073" v="1051" actId="14100"/>
          <ac:cxnSpMkLst>
            <pc:docMk/>
            <pc:sldMk cId="1909375894" sldId="256"/>
            <ac:cxnSpMk id="21" creationId="{4CD9063B-CDB7-A6B7-1561-ED6D450C6AC7}"/>
          </ac:cxnSpMkLst>
        </pc:cxnChg>
        <pc:cxnChg chg="mod topLvl">
          <ac:chgData name="Akira Terui" userId="3f83de79-c81c-43e2-ac56-bbb755c07a02" providerId="ADAL" clId="{4101542E-66A9-4306-BD0F-EFC5C6C97C63}" dt="2026-07-01T05:00:31.152" v="941" actId="692"/>
          <ac:cxnSpMkLst>
            <pc:docMk/>
            <pc:sldMk cId="1909375894" sldId="256"/>
            <ac:cxnSpMk id="44" creationId="{C27AC35A-0DA4-6497-ECB1-31480FC291B5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46" creationId="{6E5E9412-6260-3837-0E1C-AE1C6617EDDD}"/>
          </ac:cxnSpMkLst>
        </pc:cxnChg>
        <pc:cxnChg chg="mod topLvl">
          <ac:chgData name="Akira Terui" userId="3f83de79-c81c-43e2-ac56-bbb755c07a02" providerId="ADAL" clId="{4101542E-66A9-4306-BD0F-EFC5C6C97C63}" dt="2026-07-01T04:33:29.465" v="699" actId="1076"/>
          <ac:cxnSpMkLst>
            <pc:docMk/>
            <pc:sldMk cId="1909375894" sldId="256"/>
            <ac:cxnSpMk id="47" creationId="{A10097FB-5F79-A12F-C81F-1623D0E33003}"/>
          </ac:cxnSpMkLst>
        </pc:cxnChg>
        <pc:cxnChg chg="del mod topLvl">
          <ac:chgData name="Akira Terui" userId="3f83de79-c81c-43e2-ac56-bbb755c07a02" providerId="ADAL" clId="{4101542E-66A9-4306-BD0F-EFC5C6C97C63}" dt="2026-07-01T04:02:30.510" v="303" actId="478"/>
          <ac:cxnSpMkLst>
            <pc:docMk/>
            <pc:sldMk cId="1909375894" sldId="256"/>
            <ac:cxnSpMk id="54" creationId="{0CD7FC91-FA89-0C29-8C57-0C5588505776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56" creationId="{C92EBED7-DD92-83F3-5B05-20E57C7D5C98}"/>
          </ac:cxnSpMkLst>
        </pc:cxnChg>
        <pc:cxnChg chg="del">
          <ac:chgData name="Akira Terui" userId="3f83de79-c81c-43e2-ac56-bbb755c07a02" providerId="ADAL" clId="{4101542E-66A9-4306-BD0F-EFC5C6C97C63}" dt="2026-07-01T04:14:57.320" v="434" actId="478"/>
          <ac:cxnSpMkLst>
            <pc:docMk/>
            <pc:sldMk cId="1909375894" sldId="256"/>
            <ac:cxnSpMk id="57" creationId="{10FE96E5-E07D-E8B1-A6F9-5A35BAFC61E7}"/>
          </ac:cxnSpMkLst>
        </pc:cxnChg>
        <pc:cxnChg chg="del mod">
          <ac:chgData name="Akira Terui" userId="3f83de79-c81c-43e2-ac56-bbb755c07a02" providerId="ADAL" clId="{4101542E-66A9-4306-BD0F-EFC5C6C97C63}" dt="2026-07-01T04:11:49.735" v="378" actId="478"/>
          <ac:cxnSpMkLst>
            <pc:docMk/>
            <pc:sldMk cId="1909375894" sldId="256"/>
            <ac:cxnSpMk id="59" creationId="{3863FBAC-A8F2-9DD8-B7ED-B5FAB78855F9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0" creationId="{FAC712F8-DB71-9ACD-CA43-C2CF7CBD4992}"/>
          </ac:cxnSpMkLst>
        </pc:cxnChg>
        <pc:cxnChg chg="add mod">
          <ac:chgData name="Akira Terui" userId="3f83de79-c81c-43e2-ac56-bbb755c07a02" providerId="ADAL" clId="{4101542E-66A9-4306-BD0F-EFC5C6C97C63}" dt="2026-07-01T04:33:02.683" v="692" actId="692"/>
          <ac:cxnSpMkLst>
            <pc:docMk/>
            <pc:sldMk cId="1909375894" sldId="256"/>
            <ac:cxnSpMk id="61" creationId="{F387CDDF-A3E7-7378-9675-868C9C8577BD}"/>
          </ac:cxnSpMkLst>
        </pc:cxnChg>
        <pc:cxnChg chg="add mod">
          <ac:chgData name="Akira Terui" userId="3f83de79-c81c-43e2-ac56-bbb755c07a02" providerId="ADAL" clId="{4101542E-66A9-4306-BD0F-EFC5C6C97C63}" dt="2026-07-01T04:34:13.020" v="708" actId="1035"/>
          <ac:cxnSpMkLst>
            <pc:docMk/>
            <pc:sldMk cId="1909375894" sldId="256"/>
            <ac:cxnSpMk id="64" creationId="{558014BA-16DF-9196-F12B-3585ADF7D3D8}"/>
          </ac:cxnSpMkLst>
        </pc:cxnChg>
        <pc:cxnChg chg="add mod">
          <ac:chgData name="Akira Terui" userId="3f83de79-c81c-43e2-ac56-bbb755c07a02" providerId="ADAL" clId="{4101542E-66A9-4306-BD0F-EFC5C6C97C63}" dt="2026-07-01T04:32:50.678" v="691" actId="692"/>
          <ac:cxnSpMkLst>
            <pc:docMk/>
            <pc:sldMk cId="1909375894" sldId="256"/>
            <ac:cxnSpMk id="65" creationId="{CE68C199-903D-85ED-A0FF-9AD523F24C49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66" creationId="{CD2CF43B-E47F-24D9-74C1-7AD7BBF80280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67" creationId="{74B44C07-142B-2E4A-29A6-3938368AFC9E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8" creationId="{52D23B09-9E3B-7872-E72C-FF835206FB61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70" creationId="{EA55BB4D-6B0F-09E0-9FBF-50F18A139043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71" creationId="{448AB79F-AFCE-0398-FB8F-E191E274BBF6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7" creationId="{474FEA00-0E5C-A0BC-4EA2-51F88887D972}"/>
          </ac:cxnSpMkLst>
        </pc:cxnChg>
        <pc:cxnChg chg="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9" creationId="{8F50E76C-D2FD-70DE-B66E-1894A380B0B5}"/>
          </ac:cxnSpMkLst>
        </pc:cxnChg>
        <pc:cxnChg chg="mod">
          <ac:chgData name="Akira Terui" userId="3f83de79-c81c-43e2-ac56-bbb755c07a02" providerId="ADAL" clId="{4101542E-66A9-4306-BD0F-EFC5C6C97C63}" dt="2026-07-01T05:00:43.924" v="944" actId="692"/>
          <ac:cxnSpMkLst>
            <pc:docMk/>
            <pc:sldMk cId="1909375894" sldId="256"/>
            <ac:cxnSpMk id="80" creationId="{E2B77087-CD99-3BBF-7A4C-F3C6BADF291E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2" creationId="{7C4A232D-A12B-0D80-D1E2-6A25F8E27A5F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3" creationId="{067EC62E-6A82-2AF2-F322-89FC7BA6E500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4" creationId="{1D4FE0F3-2F03-40D9-6E35-60A316FB9678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5" creationId="{8C42EDF2-9655-1783-5BFD-19620A32ED5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6" creationId="{BC829004-1F28-C6E1-882E-9C129D2C5CC6}"/>
          </ac:cxnSpMkLst>
        </pc:cxnChg>
        <pc:cxnChg chg="add del mod">
          <ac:chgData name="Akira Terui" userId="3f83de79-c81c-43e2-ac56-bbb755c07a02" providerId="ADAL" clId="{4101542E-66A9-4306-BD0F-EFC5C6C97C63}" dt="2026-07-01T04:11:15.999" v="373" actId="478"/>
          <ac:cxnSpMkLst>
            <pc:docMk/>
            <pc:sldMk cId="1909375894" sldId="256"/>
            <ac:cxnSpMk id="97" creationId="{40CCC9F7-BE50-5CA1-63AA-B2397988C70A}"/>
          </ac:cxnSpMkLst>
        </pc:cxnChg>
        <pc:cxnChg chg="add del mod">
          <ac:chgData name="Akira Terui" userId="3f83de79-c81c-43e2-ac56-bbb755c07a02" providerId="ADAL" clId="{4101542E-66A9-4306-BD0F-EFC5C6C97C63}" dt="2026-07-01T04:28:10.802" v="622" actId="478"/>
          <ac:cxnSpMkLst>
            <pc:docMk/>
            <pc:sldMk cId="1909375894" sldId="256"/>
            <ac:cxnSpMk id="114" creationId="{23913D4C-E1B4-A1DC-A6C4-D214294F7240}"/>
          </ac:cxnSpMkLst>
        </pc:cxnChg>
        <pc:cxnChg chg="add mod topLvl">
          <ac:chgData name="Akira Terui" userId="3f83de79-c81c-43e2-ac56-bbb755c07a02" providerId="ADAL" clId="{4101542E-66A9-4306-BD0F-EFC5C6C97C63}" dt="2026-07-01T04:51:43.836" v="860" actId="165"/>
          <ac:cxnSpMkLst>
            <pc:docMk/>
            <pc:sldMk cId="1909375894" sldId="256"/>
            <ac:cxnSpMk id="115" creationId="{77CFD6DA-EA74-4D78-A476-61C01AC7E1CA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16" creationId="{86924AAB-9F30-B3C7-888C-64F607C60F97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1" creationId="{E6F91B87-01AA-BCD2-5332-7DB2BEC97424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2" creationId="{86786A40-9DBE-9FE6-7FD6-F5E125D472F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23" creationId="{5C9560E9-3BAE-2D5C-00A3-514DA4AD6647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4" creationId="{693BFDD2-2DC7-55B6-215C-55DBC02ABA89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5" creationId="{A026AC4F-C6F1-CB3F-5AD5-690238D8125F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6" creationId="{D7501529-88E8-EF8C-E2A9-436FB1BF83E3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7" creationId="{2A98866B-7830-258C-1CE4-8580C694112A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8" creationId="{F4C3D70A-15B3-C405-4545-4418B2FFAA22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9" creationId="{36A445DE-62DA-A8F0-8167-9AE7400F8128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0" creationId="{60149D77-46B6-6335-475C-E622A72F0924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1" creationId="{930F2918-54BF-6655-0154-A12FF6E6C88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2" creationId="{49441368-BAE4-5A62-3D9E-314FE747B893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3" creationId="{4354B513-3E63-5D94-4E96-1B898D81676C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4" creationId="{B32178CE-7E7E-56A5-54DB-02CC79663990}"/>
          </ac:cxnSpMkLst>
        </pc:cxnChg>
        <pc:cxnChg chg="add del mod">
          <ac:chgData name="Akira Terui" userId="3f83de79-c81c-43e2-ac56-bbb755c07a02" providerId="ADAL" clId="{4101542E-66A9-4306-BD0F-EFC5C6C97C63}" dt="2026-07-01T04:49:58.303" v="840" actId="478"/>
          <ac:cxnSpMkLst>
            <pc:docMk/>
            <pc:sldMk cId="1909375894" sldId="256"/>
            <ac:cxnSpMk id="135" creationId="{29597EBF-B671-49EA-32AC-156E22A6CC69}"/>
          </ac:cxnSpMkLst>
        </pc:cxnChg>
        <pc:cxnChg chg="mod topLvl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8" creationId="{1E0F85FF-C7CC-8FF9-B964-56CB43966E2D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9" creationId="{EB83E1CA-5553-5BA4-13F8-BE57DA9E51C1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6" creationId="{E05F83A4-070F-5B83-6C07-98214C4A319B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7" creationId="{B06531B1-740C-1B4C-EE29-347AEFC15AC6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8" creationId="{17CD3AAC-546E-DB9F-458F-82A421F362A2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9" creationId="{9BBA3696-C72E-B721-A1DC-86CB35376F0A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0" creationId="{8C4CED86-E15A-4499-AFD8-1D0804F5A07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1" creationId="{729D3B64-ED7A-F056-FDCF-5A313E437B64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2" creationId="{A12B0A86-4BF3-0C86-8ECB-0F24370A1AED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3" creationId="{E46DD2C7-4EB8-77C2-4F19-CEDDD4249B4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6" creationId="{BA6BC869-3640-7039-6382-5627B4FB33BC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7" creationId="{63862F28-CA70-061C-3ED6-00817E85425E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69" creationId="{A080FE9F-DC42-49E3-83B1-B38EE712ADDD}"/>
          </ac:cxnSpMkLst>
        </pc:cxnChg>
        <pc:cxnChg chg="mod">
          <ac:chgData name="Akira Terui" userId="3f83de79-c81c-43e2-ac56-bbb755c07a02" providerId="ADAL" clId="{4101542E-66A9-4306-BD0F-EFC5C6C97C63}" dt="2026-07-01T04:53:53.366" v="887"/>
          <ac:cxnSpMkLst>
            <pc:docMk/>
            <pc:sldMk cId="1909375894" sldId="256"/>
            <ac:cxnSpMk id="185" creationId="{4AF17D4A-16AF-AE0A-2209-1AEBE10A22EA}"/>
          </ac:cxnSpMkLst>
        </pc:cxnChg>
        <pc:cxnChg chg="mod topLvl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199" creationId="{EBFBAB9F-1840-7C7A-885F-A70A2FC9BFF5}"/>
          </ac:cxnSpMkLst>
        </pc:cxnChg>
        <pc:cxnChg chg="mod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200" creationId="{42291EBD-983D-CFA2-C5AD-757171D5A76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7" creationId="{BDC7C6BD-F27F-236F-B452-D6514C8DAFB3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8" creationId="{18FA970B-5E81-7859-48AE-AB3E62D67009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9" creationId="{0E3D3ACB-9664-8A72-A452-992D23F785C8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0" creationId="{20ED3AEB-4E0D-3EBB-D24E-69E0CAAB50AC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1" creationId="{9E5579D3-30FE-A47E-D7A8-996FAF9039B6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2" creationId="{5AE5811A-7651-EECC-6268-1E6FBE02B2A9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3" creationId="{8C392EB4-3C85-A30A-9770-8382C9C063D5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4" creationId="{E52C1CAE-5512-DCB7-7FA8-EC4665FC9018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5" creationId="{7D65C0EA-EB42-C15A-85D3-E37433267F5C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6" creationId="{D6F9E41B-6FCC-3C2F-504D-3E66C05C124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7" creationId="{2C82A87D-4C3C-0E0A-557F-16867F191F6E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8" creationId="{21858A57-910D-E3A2-D895-F178050E8FE8}"/>
          </ac:cxnSpMkLst>
        </pc:cxnChg>
      </pc:sldChg>
      <pc:sldChg chg="addSp delSp modSp add del mod">
        <pc:chgData name="Akira Terui" userId="3f83de79-c81c-43e2-ac56-bbb755c07a02" providerId="ADAL" clId="{4101542E-66A9-4306-BD0F-EFC5C6C97C63}" dt="2026-07-01T03:37:53.319" v="131" actId="47"/>
        <pc:sldMkLst>
          <pc:docMk/>
          <pc:sldMk cId="3747457600" sldId="257"/>
        </pc:sldMkLst>
        <pc:spChg chg="del">
          <ac:chgData name="Akira Terui" userId="3f83de79-c81c-43e2-ac56-bbb755c07a02" providerId="ADAL" clId="{4101542E-66A9-4306-BD0F-EFC5C6C97C63}" dt="2026-07-01T03:10:25.657" v="1" actId="478"/>
          <ac:spMkLst>
            <pc:docMk/>
            <pc:sldMk cId="3747457600" sldId="257"/>
            <ac:spMk id="7" creationId="{A3DBFE9A-8C8D-9995-BE8B-1A50C3AB885E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18" creationId="{1BD38B68-EAF4-E3D1-4E5E-471B052BBDBD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19" creationId="{30B40BD2-ECC8-4B94-8CF0-425A7833F557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42" creationId="{F24F6FFE-19D4-7D5D-7C37-68B5BE3C1FAB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52" creationId="{4480BD7E-CB38-ECD3-5426-1D650156501E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58" creationId="{4D1E780D-276E-2C55-A651-E2869BC17240}"/>
          </ac:spMkLst>
        </pc:spChg>
        <pc:spChg chg="add del mod">
          <ac:chgData name="Akira Terui" userId="3f83de79-c81c-43e2-ac56-bbb755c07a02" providerId="ADAL" clId="{4101542E-66A9-4306-BD0F-EFC5C6C97C63}" dt="2026-07-01T03:12:55.669" v="36" actId="11529"/>
          <ac:spMkLst>
            <pc:docMk/>
            <pc:sldMk cId="3747457600" sldId="257"/>
            <ac:spMk id="60" creationId="{80D926CF-3268-7343-A817-7966259F8A36}"/>
          </ac:spMkLst>
        </pc:spChg>
        <pc:spChg chg="add">
          <ac:chgData name="Akira Terui" userId="3f83de79-c81c-43e2-ac56-bbb755c07a02" providerId="ADAL" clId="{4101542E-66A9-4306-BD0F-EFC5C6C97C63}" dt="2026-07-01T03:15:55.553" v="40" actId="11529"/>
          <ac:spMkLst>
            <pc:docMk/>
            <pc:sldMk cId="3747457600" sldId="257"/>
            <ac:spMk id="61" creationId="{B2219328-D534-42C3-FF49-7E38C6396DA4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63" creationId="{876F2029-3AF4-68D7-3BB8-9602A3FE84C8}"/>
          </ac:spMkLst>
        </pc:spChg>
        <pc:spChg chg="add del">
          <ac:chgData name="Akira Terui" userId="3f83de79-c81c-43e2-ac56-bbb755c07a02" providerId="ADAL" clId="{4101542E-66A9-4306-BD0F-EFC5C6C97C63}" dt="2026-07-01T03:18:53.317" v="42" actId="478"/>
          <ac:spMkLst>
            <pc:docMk/>
            <pc:sldMk cId="3747457600" sldId="257"/>
            <ac:spMk id="64" creationId="{F571A4AB-EB0B-8B36-2047-3B7F7FD13E17}"/>
          </ac:spMkLst>
        </pc:spChg>
        <pc:spChg chg="add mod">
          <ac:chgData name="Akira Terui" userId="3f83de79-c81c-43e2-ac56-bbb755c07a02" providerId="ADAL" clId="{4101542E-66A9-4306-BD0F-EFC5C6C97C63}" dt="2026-07-01T03:19:07.799" v="44" actId="1076"/>
          <ac:spMkLst>
            <pc:docMk/>
            <pc:sldMk cId="3747457600" sldId="257"/>
            <ac:spMk id="65" creationId="{7642B45C-4098-9939-6E82-723DBB85FA45}"/>
          </ac:spMkLst>
        </pc:spChg>
        <pc:spChg chg="add">
          <ac:chgData name="Akira Terui" userId="3f83de79-c81c-43e2-ac56-bbb755c07a02" providerId="ADAL" clId="{4101542E-66A9-4306-BD0F-EFC5C6C97C63}" dt="2026-07-01T03:19:31.205" v="45" actId="11529"/>
          <ac:spMkLst>
            <pc:docMk/>
            <pc:sldMk cId="3747457600" sldId="257"/>
            <ac:spMk id="68" creationId="{1F1FF3E2-FDA6-E5B2-21EB-30448FAE93B3}"/>
          </ac:spMkLst>
        </pc:spChg>
        <pc:spChg chg="add mod">
          <ac:chgData name="Akira Terui" userId="3f83de79-c81c-43e2-ac56-bbb755c07a02" providerId="ADAL" clId="{4101542E-66A9-4306-BD0F-EFC5C6C97C63}" dt="2026-07-01T03:20:38.815" v="55" actId="14100"/>
          <ac:spMkLst>
            <pc:docMk/>
            <pc:sldMk cId="3747457600" sldId="257"/>
            <ac:spMk id="69" creationId="{25C3A77D-1F05-2724-7A34-89250D487551}"/>
          </ac:spMkLst>
        </pc:spChg>
        <pc:spChg chg="del">
          <ac:chgData name="Akira Terui" userId="3f83de79-c81c-43e2-ac56-bbb755c07a02" providerId="ADAL" clId="{4101542E-66A9-4306-BD0F-EFC5C6C97C63}" dt="2026-07-01T03:10:44.617" v="2" actId="478"/>
          <ac:spMkLst>
            <pc:docMk/>
            <pc:sldMk cId="3747457600" sldId="257"/>
            <ac:spMk id="73" creationId="{ADAB6152-E041-1887-6ACF-5DE3FC653BAD}"/>
          </ac:spMkLst>
        </pc:spChg>
        <pc:spChg chg="del">
          <ac:chgData name="Akira Terui" userId="3f83de79-c81c-43e2-ac56-bbb755c07a02" providerId="ADAL" clId="{4101542E-66A9-4306-BD0F-EFC5C6C97C63}" dt="2026-07-01T03:13:16.547" v="37" actId="478"/>
          <ac:spMkLst>
            <pc:docMk/>
            <pc:sldMk cId="3747457600" sldId="257"/>
            <ac:spMk id="74" creationId="{3A8B4852-FAA6-F8F9-CA5D-9A554482C4F8}"/>
          </ac:spMkLst>
        </pc:spChg>
        <pc:spChg chg="del">
          <ac:chgData name="Akira Terui" userId="3f83de79-c81c-43e2-ac56-bbb755c07a02" providerId="ADAL" clId="{4101542E-66A9-4306-BD0F-EFC5C6C97C63}" dt="2026-07-01T03:13:19.482" v="38" actId="478"/>
          <ac:spMkLst>
            <pc:docMk/>
            <pc:sldMk cId="3747457600" sldId="257"/>
            <ac:spMk id="75" creationId="{4210060D-47D1-5252-1A00-25997C843F66}"/>
          </ac:spMkLst>
        </pc:spChg>
        <pc:spChg chg="add mod">
          <ac:chgData name="Akira Terui" userId="3f83de79-c81c-43e2-ac56-bbb755c07a02" providerId="ADAL" clId="{4101542E-66A9-4306-BD0F-EFC5C6C97C63}" dt="2026-07-01T03:34:24.302" v="126" actId="14100"/>
          <ac:spMkLst>
            <pc:docMk/>
            <pc:sldMk cId="3747457600" sldId="257"/>
            <ac:spMk id="76" creationId="{33408BE1-D038-A9F5-12F8-2860FE983298}"/>
          </ac:spMkLst>
        </pc:spChg>
        <pc:spChg chg="add mod">
          <ac:chgData name="Akira Terui" userId="3f83de79-c81c-43e2-ac56-bbb755c07a02" providerId="ADAL" clId="{4101542E-66A9-4306-BD0F-EFC5C6C97C63}" dt="2026-07-01T03:36:56.007" v="130" actId="14100"/>
          <ac:spMkLst>
            <pc:docMk/>
            <pc:sldMk cId="3747457600" sldId="257"/>
            <ac:spMk id="77" creationId="{6CB66B93-9F5F-16BF-87AF-1797E3A8244E}"/>
          </ac:spMkLst>
        </pc:spChg>
        <pc:spChg chg="add mod">
          <ac:chgData name="Akira Terui" userId="3f83de79-c81c-43e2-ac56-bbb755c07a02" providerId="ADAL" clId="{4101542E-66A9-4306-BD0F-EFC5C6C97C63}" dt="2026-07-01T03:32:52.186" v="94" actId="14100"/>
          <ac:spMkLst>
            <pc:docMk/>
            <pc:sldMk cId="3747457600" sldId="257"/>
            <ac:spMk id="78" creationId="{6BB19727-B634-0A97-B0C5-EB1C4149B2D5}"/>
          </ac:spMkLst>
        </pc:spChg>
        <pc:spChg chg="add mod">
          <ac:chgData name="Akira Terui" userId="3f83de79-c81c-43e2-ac56-bbb755c07a02" providerId="ADAL" clId="{4101542E-66A9-4306-BD0F-EFC5C6C97C63}" dt="2026-07-01T03:35:30.376" v="128" actId="14100"/>
          <ac:spMkLst>
            <pc:docMk/>
            <pc:sldMk cId="3747457600" sldId="257"/>
            <ac:spMk id="79" creationId="{C22961A1-FFAB-41BC-DED1-EBD9CEA9E258}"/>
          </ac:spMkLst>
        </pc:spChg>
        <pc:spChg chg="add mod">
          <ac:chgData name="Akira Terui" userId="3f83de79-c81c-43e2-ac56-bbb755c07a02" providerId="ADAL" clId="{4101542E-66A9-4306-BD0F-EFC5C6C97C63}" dt="2026-07-01T03:33:35.841" v="114" actId="1038"/>
          <ac:spMkLst>
            <pc:docMk/>
            <pc:sldMk cId="3747457600" sldId="257"/>
            <ac:spMk id="80" creationId="{ABA05829-7347-620E-1718-6F8AA1FA4C37}"/>
          </ac:spMkLst>
        </pc:spChg>
        <pc:spChg chg="add mod">
          <ac:chgData name="Akira Terui" userId="3f83de79-c81c-43e2-ac56-bbb755c07a02" providerId="ADAL" clId="{4101542E-66A9-4306-BD0F-EFC5C6C97C63}" dt="2026-07-01T03:35:26.341" v="127" actId="14100"/>
          <ac:spMkLst>
            <pc:docMk/>
            <pc:sldMk cId="3747457600" sldId="257"/>
            <ac:spMk id="81" creationId="{08412E69-EABE-45C5-CC13-D745A2C5D4D6}"/>
          </ac:spMkLst>
        </pc:spChg>
        <pc:spChg chg="add mod">
          <ac:chgData name="Akira Terui" userId="3f83de79-c81c-43e2-ac56-bbb755c07a02" providerId="ADAL" clId="{4101542E-66A9-4306-BD0F-EFC5C6C97C63}" dt="2026-07-01T03:34:16.446" v="125" actId="1035"/>
          <ac:spMkLst>
            <pc:docMk/>
            <pc:sldMk cId="3747457600" sldId="257"/>
            <ac:spMk id="82" creationId="{CED2027D-9FEF-D30B-F090-B6F769C9C41C}"/>
          </ac:spMkLst>
        </pc:s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8" creationId="{2845875D-6D04-8740-E2FF-915D07252826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53" creationId="{99D11200-6A27-CC64-4FC0-71F439B6F132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55" creationId="{B8DE79EC-E897-CDD1-D4A3-845E0526C0AE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72" creationId="{F16D3C80-B891-BD98-81BF-2B7C9EEF9D9F}"/>
          </ac:grpSpMkLst>
        </pc:grpChg>
        <pc:cxnChg chg="mod">
          <ac:chgData name="Akira Terui" userId="3f83de79-c81c-43e2-ac56-bbb755c07a02" providerId="ADAL" clId="{4101542E-66A9-4306-BD0F-EFC5C6C97C63}" dt="2026-07-01T03:10:25.657" v="1" actId="478"/>
          <ac:cxnSpMkLst>
            <pc:docMk/>
            <pc:sldMk cId="3747457600" sldId="257"/>
            <ac:cxnSpMk id="21" creationId="{5C20EB1A-9A66-7D7A-2A61-D9F03513205F}"/>
          </ac:cxnSpMkLst>
        </pc:cxnChg>
        <pc:cxnChg chg="mod">
          <ac:chgData name="Akira Terui" userId="3f83de79-c81c-43e2-ac56-bbb755c07a02" providerId="ADAL" clId="{4101542E-66A9-4306-BD0F-EFC5C6C97C63}" dt="2026-07-01T03:12:24.885" v="26" actId="33986"/>
          <ac:cxnSpMkLst>
            <pc:docMk/>
            <pc:sldMk cId="3747457600" sldId="257"/>
            <ac:cxnSpMk id="66" creationId="{4CEB336B-C541-F3E7-04A4-90430B97881A}"/>
          </ac:cxnSpMkLst>
        </pc:cxnChg>
        <pc:cxnChg chg="mod">
          <ac:chgData name="Akira Terui" userId="3f83de79-c81c-43e2-ac56-bbb755c07a02" providerId="ADAL" clId="{4101542E-66A9-4306-BD0F-EFC5C6C97C63}" dt="2026-07-01T03:12:22.341" v="22" actId="33986"/>
          <ac:cxnSpMkLst>
            <pc:docMk/>
            <pc:sldMk cId="3747457600" sldId="257"/>
            <ac:cxnSpMk id="67" creationId="{47B5D916-8BEB-94EB-B108-5510BD6853D7}"/>
          </ac:cxnSpMkLst>
        </pc:cxnChg>
      </pc:sldChg>
      <pc:sldChg chg="modSp add del">
        <pc:chgData name="Akira Terui" userId="3f83de79-c81c-43e2-ac56-bbb755c07a02" providerId="ADAL" clId="{4101542E-66A9-4306-BD0F-EFC5C6C97C63}" dt="2026-07-01T03:39:05.490" v="137"/>
        <pc:sldMkLst>
          <pc:docMk/>
          <pc:sldMk cId="4237243592" sldId="257"/>
        </pc:sldMkLst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19" creationId="{5DA9B8FB-7E7F-1D5F-3EF4-8891270F880B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42" creationId="{3F715E63-952A-E331-00BB-39F216D91058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0" creationId="{A112DA6A-AF40-70DE-9750-629C6BCCD9B7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1" creationId="{904C1749-D6CC-E8D4-BC2E-AA3437AE8C5D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2" creationId="{8F081393-9C91-1BC7-8ACC-4DA2697FDA36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8" creationId="{5DAA9C0E-CBB3-2704-E633-085FA1F9C5D8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62" creationId="{666B0440-7EA4-9A11-2455-B0E6BF15E975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63" creationId="{C2B76D9F-083F-E007-07F0-DFA3E37BA86C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73" creationId="{7D266B0F-EE96-75B4-0268-94035AA3EA59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75" creationId="{F0B3F8AB-A8C9-15EA-85E9-7070FC61A7F1}"/>
          </ac:spMkLst>
        </pc:spChg>
      </pc:sldChg>
      <pc:sldMasterChg chg="modSp modSldLayout">
        <pc:chgData name="Akira Terui" userId="3f83de79-c81c-43e2-ac56-bbb755c07a02" providerId="ADAL" clId="{4101542E-66A9-4306-BD0F-EFC5C6C97C63}" dt="2026-07-01T03:39:04.058" v="136"/>
        <pc:sldMasterMkLst>
          <pc:docMk/>
          <pc:sldMasterMk cId="589448528" sldId="2147483816"/>
        </pc:sldMasterMkLst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2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3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4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5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1308997141" sldId="2147483817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308997141" sldId="214748381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308997141" sldId="2147483817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141279668" sldId="2147483819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41279668" sldId="214748381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41279668" sldId="2147483819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4221150516" sldId="2147483820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4221150516" sldId="214748382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4221150516" sldId="214748382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945170276" sldId="2147483821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281436913" sldId="2147483824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1040048244" sldId="2147483825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193060159" sldId="2147483827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93060159" sldId="214748382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93060159" sldId="2147483827"/>
              <ac:spMk id="3" creationId="{00000000-0000-0000-0000-000000000000}"/>
            </ac:spMkLst>
          </pc:spChg>
        </pc:sldLayoutChg>
      </pc:sldMasterChg>
      <pc:sldMasterChg chg="modSp modSldLayout">
        <pc:chgData name="Akira Terui" userId="3f83de79-c81c-43e2-ac56-bbb755c07a02" providerId="ADAL" clId="{4101542E-66A9-4306-BD0F-EFC5C6C97C63}" dt="2026-07-01T03:39:03.105" v="135"/>
        <pc:sldMasterMkLst>
          <pc:docMk/>
          <pc:sldMasterMk cId="1186060476" sldId="2147483828"/>
        </pc:sldMasterMkLst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2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3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4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5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250784220" sldId="2147483829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250784220" sldId="214748382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250784220" sldId="2147483829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647593684" sldId="2147483831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647593684" sldId="214748383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647593684" sldId="2147483831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361998800" sldId="2147483832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1998800" sldId="2147483832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1998800" sldId="2147483832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067951048" sldId="2147483833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012228757" sldId="2147483836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3652126316" sldId="2147483837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1721693284" sldId="2147483839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1721693284" sldId="214748383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1721693284" sldId="2147483839"/>
              <ac:spMk id="3" creationId="{00000000-0000-0000-0000-000000000000}"/>
            </ac:spMkLst>
          </pc:spChg>
        </pc:sldLayoutChg>
      </pc:sldMasterChg>
    </pc:docChg>
  </pc:docChgLst>
  <pc:docChgLst>
    <pc:chgData name="Akira Terui" userId="3f83de79-c81c-43e2-ac56-bbb755c07a02" providerId="ADAL" clId="{0169A10B-7A1B-4780-8EB1-66779DFD7188}"/>
    <pc:docChg chg="undo custSel modSld modMainMaster">
      <pc:chgData name="Akira Terui" userId="3f83de79-c81c-43e2-ac56-bbb755c07a02" providerId="ADAL" clId="{0169A10B-7A1B-4780-8EB1-66779DFD7188}" dt="2026-07-01T14:15:03.288" v="1579" actId="552"/>
      <pc:docMkLst>
        <pc:docMk/>
      </pc:docMkLst>
      <pc:sldChg chg="addSp delSp modSp mod">
        <pc:chgData name="Akira Terui" userId="3f83de79-c81c-43e2-ac56-bbb755c07a02" providerId="ADAL" clId="{0169A10B-7A1B-4780-8EB1-66779DFD7188}" dt="2026-07-01T14:15:03.288" v="1579" actId="552"/>
        <pc:sldMkLst>
          <pc:docMk/>
          <pc:sldMk cId="1909375894" sldId="256"/>
        </pc:sldMkLst>
        <pc:spChg chg="add del">
          <ac:chgData name="Akira Terui" userId="3f83de79-c81c-43e2-ac56-bbb755c07a02" providerId="ADAL" clId="{0169A10B-7A1B-4780-8EB1-66779DFD7188}" dt="2026-07-01T13:06:53.185" v="59" actId="478"/>
          <ac:spMkLst>
            <pc:docMk/>
            <pc:sldMk cId="1909375894" sldId="256"/>
            <ac:spMk id="5" creationId="{E98A12AB-A3FD-9DFB-45EE-6ECA5F5FF0F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7" creationId="{B1F3E2F2-C812-A441-4971-99C8963825B9}"/>
          </ac:spMkLst>
        </pc:spChg>
        <pc:spChg chg="add 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17" creationId="{C7ACA986-FEA0-08AD-9D6A-FB07B8F0423D}"/>
          </ac:spMkLst>
        </pc:spChg>
        <pc:spChg chg="del">
          <ac:chgData name="Akira Terui" userId="3f83de79-c81c-43e2-ac56-bbb755c07a02" providerId="ADAL" clId="{0169A10B-7A1B-4780-8EB1-66779DFD7188}" dt="2026-07-01T13:14:47.439" v="225" actId="478"/>
          <ac:spMkLst>
            <pc:docMk/>
            <pc:sldMk cId="1909375894" sldId="256"/>
            <ac:spMk id="19" creationId="{EE53AD7C-F38A-CF22-CF18-500501DCC521}"/>
          </ac:spMkLst>
        </pc:spChg>
        <pc:spChg chg="add 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9" creationId="{DC21287D-5699-8380-67A9-EA9E39AC2522}"/>
          </ac:spMkLst>
        </pc:spChg>
        <pc:spChg chg="add del mod">
          <ac:chgData name="Akira Terui" userId="3f83de79-c81c-43e2-ac56-bbb755c07a02" providerId="ADAL" clId="{0169A10B-7A1B-4780-8EB1-66779DFD7188}" dt="2026-07-01T13:48:29.186" v="1300" actId="478"/>
          <ac:spMkLst>
            <pc:docMk/>
            <pc:sldMk cId="1909375894" sldId="256"/>
            <ac:spMk id="38" creationId="{388FD619-EC64-F574-5903-9A46954850A3}"/>
          </ac:spMkLst>
        </pc:spChg>
        <pc:spChg chg="add del mod">
          <ac:chgData name="Akira Terui" userId="3f83de79-c81c-43e2-ac56-bbb755c07a02" providerId="ADAL" clId="{0169A10B-7A1B-4780-8EB1-66779DFD7188}" dt="2026-07-01T13:48:41.112" v="1308" actId="478"/>
          <ac:spMkLst>
            <pc:docMk/>
            <pc:sldMk cId="1909375894" sldId="256"/>
            <ac:spMk id="39" creationId="{A4A1F32E-E9D0-D810-149B-60F18130F795}"/>
          </ac:spMkLst>
        </pc:spChg>
        <pc:spChg chg="add del mod">
          <ac:chgData name="Akira Terui" userId="3f83de79-c81c-43e2-ac56-bbb755c07a02" providerId="ADAL" clId="{0169A10B-7A1B-4780-8EB1-66779DFD7188}" dt="2026-07-01T13:48:19.900" v="1294" actId="478"/>
          <ac:spMkLst>
            <pc:docMk/>
            <pc:sldMk cId="1909375894" sldId="256"/>
            <ac:spMk id="40" creationId="{B7F997EB-5172-F090-12D2-6F4E85021BC0}"/>
          </ac:spMkLst>
        </pc:spChg>
        <pc:spChg chg="add del mod">
          <ac:chgData name="Akira Terui" userId="3f83de79-c81c-43e2-ac56-bbb755c07a02" providerId="ADAL" clId="{0169A10B-7A1B-4780-8EB1-66779DFD7188}" dt="2026-07-01T13:48:21.163" v="1295" actId="478"/>
          <ac:spMkLst>
            <pc:docMk/>
            <pc:sldMk cId="1909375894" sldId="256"/>
            <ac:spMk id="41" creationId="{532B869B-EB0D-0711-A666-46926BFA82C1}"/>
          </ac:spMkLst>
        </pc:spChg>
        <pc:spChg chg="del">
          <ac:chgData name="Akira Terui" userId="3f83de79-c81c-43e2-ac56-bbb755c07a02" providerId="ADAL" clId="{0169A10B-7A1B-4780-8EB1-66779DFD7188}" dt="2026-07-01T13:14:42.492" v="223" actId="478"/>
          <ac:spMkLst>
            <pc:docMk/>
            <pc:sldMk cId="1909375894" sldId="256"/>
            <ac:spMk id="42" creationId="{2D49E254-86F8-D441-24F7-313C597F1A12}"/>
          </ac:spMkLst>
        </pc:spChg>
        <pc:spChg chg="add del mod">
          <ac:chgData name="Akira Terui" userId="3f83de79-c81c-43e2-ac56-bbb755c07a02" providerId="ADAL" clId="{0169A10B-7A1B-4780-8EB1-66779DFD7188}" dt="2026-07-01T13:48:17.499" v="1293" actId="478"/>
          <ac:spMkLst>
            <pc:docMk/>
            <pc:sldMk cId="1909375894" sldId="256"/>
            <ac:spMk id="43" creationId="{15CA3FBF-8CFB-FAAB-5D6A-D1F71D6F4E2D}"/>
          </ac:spMkLst>
        </pc:spChg>
        <pc:spChg chg="add del mod">
          <ac:chgData name="Akira Terui" userId="3f83de79-c81c-43e2-ac56-bbb755c07a02" providerId="ADAL" clId="{0169A10B-7A1B-4780-8EB1-66779DFD7188}" dt="2026-07-01T13:48:23.634" v="1297" actId="478"/>
          <ac:spMkLst>
            <pc:docMk/>
            <pc:sldMk cId="1909375894" sldId="256"/>
            <ac:spMk id="45" creationId="{1993D247-5F30-679B-3BCF-F471CB03E21E}"/>
          </ac:spMkLst>
        </pc:spChg>
        <pc:spChg chg="del">
          <ac:chgData name="Akira Terui" userId="3f83de79-c81c-43e2-ac56-bbb755c07a02" providerId="ADAL" clId="{0169A10B-7A1B-4780-8EB1-66779DFD7188}" dt="2026-07-01T13:26:03.350" v="540" actId="478"/>
          <ac:spMkLst>
            <pc:docMk/>
            <pc:sldMk cId="1909375894" sldId="256"/>
            <ac:spMk id="48" creationId="{B2AB481C-8E67-309B-1BFC-8966E0DC48C3}"/>
          </ac:spMkLst>
        </pc:spChg>
        <pc:spChg chg="del">
          <ac:chgData name="Akira Terui" userId="3f83de79-c81c-43e2-ac56-bbb755c07a02" providerId="ADAL" clId="{0169A10B-7A1B-4780-8EB1-66779DFD7188}" dt="2026-07-01T13:26:06.941" v="541" actId="478"/>
          <ac:spMkLst>
            <pc:docMk/>
            <pc:sldMk cId="1909375894" sldId="256"/>
            <ac:spMk id="49" creationId="{3C66D392-B710-7174-D5D7-3F167B515866}"/>
          </ac:spMkLst>
        </pc:spChg>
        <pc:spChg chg="mod topLvl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50" creationId="{DA173AE1-8839-9306-5241-AFAEBCACDBF6}"/>
          </ac:spMkLst>
        </pc:spChg>
        <pc:spChg chg="add del mod">
          <ac:chgData name="Akira Terui" userId="3f83de79-c81c-43e2-ac56-bbb755c07a02" providerId="ADAL" clId="{0169A10B-7A1B-4780-8EB1-66779DFD7188}" dt="2026-07-01T13:48:22.688" v="1296" actId="478"/>
          <ac:spMkLst>
            <pc:docMk/>
            <pc:sldMk cId="1909375894" sldId="256"/>
            <ac:spMk id="51" creationId="{B427D9EB-2A0A-E364-F516-FC2A60829EB4}"/>
          </ac:spMkLst>
        </pc:spChg>
        <pc:spChg chg="del">
          <ac:chgData name="Akira Terui" userId="3f83de79-c81c-43e2-ac56-bbb755c07a02" providerId="ADAL" clId="{0169A10B-7A1B-4780-8EB1-66779DFD7188}" dt="2026-07-01T13:14:44.947" v="224" actId="478"/>
          <ac:spMkLst>
            <pc:docMk/>
            <pc:sldMk cId="1909375894" sldId="256"/>
            <ac:spMk id="52" creationId="{1AAA83AC-97EA-9577-24A9-C4F2A5914276}"/>
          </ac:spMkLst>
        </pc:spChg>
        <pc:spChg chg="add del mod">
          <ac:chgData name="Akira Terui" userId="3f83de79-c81c-43e2-ac56-bbb755c07a02" providerId="ADAL" clId="{0169A10B-7A1B-4780-8EB1-66779DFD7188}" dt="2026-07-01T13:48:30.788" v="1301" actId="478"/>
          <ac:spMkLst>
            <pc:docMk/>
            <pc:sldMk cId="1909375894" sldId="256"/>
            <ac:spMk id="53" creationId="{E930C636-E523-830B-441C-D7FD78115EFF}"/>
          </ac:spMkLst>
        </pc:spChg>
        <pc:spChg chg="add del mod">
          <ac:chgData name="Akira Terui" userId="3f83de79-c81c-43e2-ac56-bbb755c07a02" providerId="ADAL" clId="{0169A10B-7A1B-4780-8EB1-66779DFD7188}" dt="2026-07-01T13:48:33.020" v="1302" actId="478"/>
          <ac:spMkLst>
            <pc:docMk/>
            <pc:sldMk cId="1909375894" sldId="256"/>
            <ac:spMk id="54" creationId="{04AA2FED-BDE1-3791-EAD6-A765FA61E3B9}"/>
          </ac:spMkLst>
        </pc:spChg>
        <pc:spChg chg="add del mod">
          <ac:chgData name="Akira Terui" userId="3f83de79-c81c-43e2-ac56-bbb755c07a02" providerId="ADAL" clId="{0169A10B-7A1B-4780-8EB1-66779DFD7188}" dt="2026-07-01T13:48:34.063" v="1303" actId="478"/>
          <ac:spMkLst>
            <pc:docMk/>
            <pc:sldMk cId="1909375894" sldId="256"/>
            <ac:spMk id="55" creationId="{A8DACE33-2594-2565-6F81-3128F51314C0}"/>
          </ac:spMkLst>
        </pc:spChg>
        <pc:spChg chg="add del mod">
          <ac:chgData name="Akira Terui" userId="3f83de79-c81c-43e2-ac56-bbb755c07a02" providerId="ADAL" clId="{0169A10B-7A1B-4780-8EB1-66779DFD7188}" dt="2026-07-01T13:48:37.082" v="1306" actId="478"/>
          <ac:spMkLst>
            <pc:docMk/>
            <pc:sldMk cId="1909375894" sldId="256"/>
            <ac:spMk id="57" creationId="{0CCE5410-72B1-0229-9D23-ED4FEB498FEB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58" creationId="{A3C091DA-264A-7F87-88CA-55A87FC5888D}"/>
          </ac:spMkLst>
        </pc:spChg>
        <pc:spChg chg="add del mod">
          <ac:chgData name="Akira Terui" userId="3f83de79-c81c-43e2-ac56-bbb755c07a02" providerId="ADAL" clId="{0169A10B-7A1B-4780-8EB1-66779DFD7188}" dt="2026-07-01T13:48:39.046" v="1307" actId="478"/>
          <ac:spMkLst>
            <pc:docMk/>
            <pc:sldMk cId="1909375894" sldId="256"/>
            <ac:spMk id="59" creationId="{84D531C0-207F-AA34-D740-157CB3FF8A00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63" creationId="{C49A7F1B-05C3-1118-C78E-D059521099DB}"/>
          </ac:spMkLst>
        </pc:spChg>
        <pc:spChg chg="add del mod">
          <ac:chgData name="Akira Terui" userId="3f83de79-c81c-43e2-ac56-bbb755c07a02" providerId="ADAL" clId="{0169A10B-7A1B-4780-8EB1-66779DFD7188}" dt="2026-07-01T13:48:36.089" v="1305" actId="478"/>
          <ac:spMkLst>
            <pc:docMk/>
            <pc:sldMk cId="1909375894" sldId="256"/>
            <ac:spMk id="66" creationId="{8401B6D4-DD1C-1F5B-0C7A-0B3F5F1C707D}"/>
          </ac:spMkLst>
        </pc:spChg>
        <pc:spChg chg="add del mod">
          <ac:chgData name="Akira Terui" userId="3f83de79-c81c-43e2-ac56-bbb755c07a02" providerId="ADAL" clId="{0169A10B-7A1B-4780-8EB1-66779DFD7188}" dt="2026-07-01T13:48:34.938" v="1304" actId="478"/>
          <ac:spMkLst>
            <pc:docMk/>
            <pc:sldMk cId="1909375894" sldId="256"/>
            <ac:spMk id="67" creationId="{B82B9695-5D7B-314A-93EF-C0F4FD51E622}"/>
          </ac:spMkLst>
        </pc:spChg>
        <pc:spChg chg="add del mod">
          <ac:chgData name="Akira Terui" userId="3f83de79-c81c-43e2-ac56-bbb755c07a02" providerId="ADAL" clId="{0169A10B-7A1B-4780-8EB1-66779DFD7188}" dt="2026-07-01T13:55:53.109" v="1344" actId="478"/>
          <ac:spMkLst>
            <pc:docMk/>
            <pc:sldMk cId="1909375894" sldId="256"/>
            <ac:spMk id="72" creationId="{D7440894-EF23-33D5-C016-FB4C4181AE06}"/>
          </ac:spMkLst>
        </pc:spChg>
        <pc:spChg chg="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73" creationId="{49879CCA-4DA6-2961-013E-D7379B5FEA1A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4" creationId="{6E7319D2-46E2-B8E3-58C1-348DAE6A855D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81" creationId="{89F8A15B-836B-7314-53BF-62AA01F97A4D}"/>
          </ac:spMkLst>
        </pc:spChg>
        <pc:spChg chg="add del mod">
          <ac:chgData name="Akira Terui" userId="3f83de79-c81c-43e2-ac56-bbb755c07a02" providerId="ADAL" clId="{0169A10B-7A1B-4780-8EB1-66779DFD7188}" dt="2026-07-01T13:59:37.139" v="1433" actId="478"/>
          <ac:spMkLst>
            <pc:docMk/>
            <pc:sldMk cId="1909375894" sldId="256"/>
            <ac:spMk id="92" creationId="{5216D277-BF13-AE04-5ACD-5A40A154D0DF}"/>
          </ac:spMkLst>
        </pc:spChg>
        <pc:spChg chg="add del mod">
          <ac:chgData name="Akira Terui" userId="3f83de79-c81c-43e2-ac56-bbb755c07a02" providerId="ADAL" clId="{0169A10B-7A1B-4780-8EB1-66779DFD7188}" dt="2026-07-01T13:59:34" v="1432" actId="478"/>
          <ac:spMkLst>
            <pc:docMk/>
            <pc:sldMk cId="1909375894" sldId="256"/>
            <ac:spMk id="93" creationId="{21883BEC-954C-B4A2-729F-976D3CCE5F89}"/>
          </ac:spMkLst>
        </pc:spChg>
        <pc:spChg chg="add del mod">
          <ac:chgData name="Akira Terui" userId="3f83de79-c81c-43e2-ac56-bbb755c07a02" providerId="ADAL" clId="{0169A10B-7A1B-4780-8EB1-66779DFD7188}" dt="2026-07-01T13:56:56.961" v="1380" actId="478"/>
          <ac:spMkLst>
            <pc:docMk/>
            <pc:sldMk cId="1909375894" sldId="256"/>
            <ac:spMk id="94" creationId="{0EEB6B4F-DAFB-34A3-EE56-0A00874B99DE}"/>
          </ac:spMkLst>
        </pc:spChg>
        <pc:spChg chg="add del mod">
          <ac:chgData name="Akira Terui" userId="3f83de79-c81c-43e2-ac56-bbb755c07a02" providerId="ADAL" clId="{0169A10B-7A1B-4780-8EB1-66779DFD7188}" dt="2026-07-01T14:01:54.943" v="1438" actId="478"/>
          <ac:spMkLst>
            <pc:docMk/>
            <pc:sldMk cId="1909375894" sldId="256"/>
            <ac:spMk id="95" creationId="{6EA92CBC-6CC7-2BF4-E955-207462CD3D32}"/>
          </ac:spMkLst>
        </pc:spChg>
        <pc:spChg chg="add del">
          <ac:chgData name="Akira Terui" userId="3f83de79-c81c-43e2-ac56-bbb755c07a02" providerId="ADAL" clId="{0169A10B-7A1B-4780-8EB1-66779DFD7188}" dt="2026-07-01T14:00:36.591" v="1436" actId="478"/>
          <ac:spMkLst>
            <pc:docMk/>
            <pc:sldMk cId="1909375894" sldId="256"/>
            <ac:spMk id="96" creationId="{AFBF9E3B-4718-06A1-1A5B-F176FDCD9E60}"/>
          </ac:spMkLst>
        </pc:spChg>
        <pc:spChg chg="add 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2" creationId="{A40355BE-9F27-2C96-FA23-A838F8953C2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21" creationId="{F19D1104-4BCB-4648-EEA1-0103A908BA2E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169A10B-7A1B-4780-8EB1-66779DFD7188}" dt="2026-07-01T14:13:30.743" v="1565" actId="12789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4" creationId="{B18935E2-2D68-76A1-E026-161A2391F2FF}"/>
          </ac:spMkLst>
        </pc:spChg>
        <pc:spChg chg="del">
          <ac:chgData name="Akira Terui" userId="3f83de79-c81c-43e2-ac56-bbb755c07a02" providerId="ADAL" clId="{0169A10B-7A1B-4780-8EB1-66779DFD7188}" dt="2026-07-01T13:06:24.420" v="57" actId="478"/>
          <ac:spMkLst>
            <pc:docMk/>
            <pc:sldMk cId="1909375894" sldId="256"/>
            <ac:spMk id="235" creationId="{31F5D70A-7664-78FC-FE70-06B940B6B71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169A10B-7A1B-4780-8EB1-66779DFD7188}" dt="2026-07-01T13:50:16.806" v="1313" actId="164"/>
          <ac:grpSpMkLst>
            <pc:docMk/>
            <pc:sldMk cId="1909375894" sldId="256"/>
            <ac:grpSpMk id="69" creationId="{71ED0E3A-F16F-396A-807F-BB2FF28CE01B}"/>
          </ac:grpSpMkLst>
        </pc:grpChg>
        <pc:grpChg chg="add mod">
          <ac:chgData name="Akira Terui" userId="3f83de79-c81c-43e2-ac56-bbb755c07a02" providerId="ADAL" clId="{0169A10B-7A1B-4780-8EB1-66779DFD7188}" dt="2026-07-01T13:50:11.280" v="1312" actId="164"/>
          <ac:grpSpMkLst>
            <pc:docMk/>
            <pc:sldMk cId="1909375894" sldId="256"/>
            <ac:grpSpMk id="70" creationId="{94E4E620-E5EE-8181-051A-13E5B85C7727}"/>
          </ac:grpSpMkLst>
        </pc:grpChg>
        <pc:grpChg chg="add mod">
          <ac:chgData name="Akira Terui" userId="3f83de79-c81c-43e2-ac56-bbb755c07a02" providerId="ADAL" clId="{0169A10B-7A1B-4780-8EB1-66779DFD7188}" dt="2026-07-01T13:51:02.815" v="1316" actId="465"/>
          <ac:grpSpMkLst>
            <pc:docMk/>
            <pc:sldMk cId="1909375894" sldId="256"/>
            <ac:grpSpMk id="71" creationId="{84A4C089-D709-FACB-4C18-E32291A8425D}"/>
          </ac:grpSpMkLst>
        </pc:grpChg>
        <pc:grpChg chg="mod">
          <ac:chgData name="Akira Terui" userId="3f83de79-c81c-43e2-ac56-bbb755c07a02" providerId="ADAL" clId="{0169A10B-7A1B-4780-8EB1-66779DFD7188}" dt="2026-07-01T14:12:39.577" v="1560" actId="1036"/>
          <ac:grpSpMkLst>
            <pc:docMk/>
            <pc:sldMk cId="1909375894" sldId="256"/>
            <ac:grpSpMk id="88" creationId="{1BE98CD2-07EF-6230-AD0E-4407E64B4219}"/>
          </ac:grpSpMkLst>
        </pc:grpChg>
        <pc:grpChg chg="del">
          <ac:chgData name="Akira Terui" userId="3f83de79-c81c-43e2-ac56-bbb755c07a02" providerId="ADAL" clId="{0169A10B-7A1B-4780-8EB1-66779DFD7188}" dt="2026-07-01T13:49:45.764" v="1309" actId="165"/>
          <ac:grpSpMkLst>
            <pc:docMk/>
            <pc:sldMk cId="1909375894" sldId="256"/>
            <ac:grpSpMk id="111" creationId="{EAADAA51-0075-5270-D0D9-FD732B4E2A83}"/>
          </ac:grpSpMkLst>
        </pc:grpChg>
        <pc:grpChg chg="mod">
          <ac:chgData name="Akira Terui" userId="3f83de79-c81c-43e2-ac56-bbb755c07a02" providerId="ADAL" clId="{0169A10B-7A1B-4780-8EB1-66779DFD7188}" dt="2026-07-01T14:13:30.743" v="1565" actId="12789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223" creationId="{1D6547B1-30AD-DD80-89D7-CAFC87142F3C}"/>
          </ac:grpSpMkLst>
        </pc:grpChg>
        <pc:grpChg chg="add del mod">
          <ac:chgData name="Akira Terui" userId="3f83de79-c81c-43e2-ac56-bbb755c07a02" providerId="ADAL" clId="{0169A10B-7A1B-4780-8EB1-66779DFD7188}" dt="2026-07-01T14:02:07.810" v="1451" actId="1036"/>
          <ac:grpSpMkLst>
            <pc:docMk/>
            <pc:sldMk cId="1909375894" sldId="256"/>
            <ac:grpSpMk id="224" creationId="{DA4EF7C0-BC2B-AA97-2948-A9DCA9597A93}"/>
          </ac:grpSpMkLst>
        </pc:grpChg>
        <pc:grpChg chg="del mod">
          <ac:chgData name="Akira Terui" userId="3f83de79-c81c-43e2-ac56-bbb755c07a02" providerId="ADAL" clId="{0169A10B-7A1B-4780-8EB1-66779DFD7188}" dt="2026-07-01T14:14:51.507" v="1577" actId="165"/>
          <ac:grpSpMkLst>
            <pc:docMk/>
            <pc:sldMk cId="1909375894" sldId="256"/>
            <ac:grpSpMk id="232" creationId="{10F481D4-914D-747A-DE18-1A5C2764E2EE}"/>
          </ac:grpSpMkLst>
        </pc:grpChg>
        <pc:grpChg chg="del mod">
          <ac:chgData name="Akira Terui" userId="3f83de79-c81c-43e2-ac56-bbb755c07a02" providerId="ADAL" clId="{0169A10B-7A1B-4780-8EB1-66779DFD7188}" dt="2026-07-01T14:14:47.648" v="1576" actId="165"/>
          <ac:grpSpMkLst>
            <pc:docMk/>
            <pc:sldMk cId="1909375894" sldId="256"/>
            <ac:grpSpMk id="233" creationId="{7DAF3F1A-E624-70C4-4645-03EBCE7BED3D}"/>
          </ac:grpSpMkLst>
        </pc:grp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0169A10B-7A1B-4780-8EB1-66779DFD7188}" dt="2026-07-01T13:49:45.764" v="1309" actId="165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4" creationId="{5FA2AAD8-97F4-6EE3-7068-26C7DD4550D1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6" creationId="{0AE8031B-0CB2-B0A0-E701-6531FDF3514B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8" creationId="{27EBBC2B-AC82-F7B9-7B1C-5084DC68633E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2" creationId="{05A9E7E3-F772-6CF5-BEAE-BC6D5F2A59F0}"/>
          </ac:cxnSpMkLst>
        </pc:cxnChg>
        <pc:cxnChg chg="add del mod">
          <ac:chgData name="Akira Terui" userId="3f83de79-c81c-43e2-ac56-bbb755c07a02" providerId="ADAL" clId="{0169A10B-7A1B-4780-8EB1-66779DFD7188}" dt="2026-07-01T13:34:20.608" v="635" actId="478"/>
          <ac:cxnSpMkLst>
            <pc:docMk/>
            <pc:sldMk cId="1909375894" sldId="256"/>
            <ac:cxnSpMk id="18" creationId="{D52FF126-6DB6-7E82-CADE-A381D90E7EE0}"/>
          </ac:cxnSpMkLst>
        </pc:cxnChg>
        <pc:cxnChg chg="add del mod">
          <ac:chgData name="Akira Terui" userId="3f83de79-c81c-43e2-ac56-bbb755c07a02" providerId="ADAL" clId="{0169A10B-7A1B-4780-8EB1-66779DFD7188}" dt="2026-07-01T14:14:05.616" v="1573" actId="1036"/>
          <ac:cxnSpMkLst>
            <pc:docMk/>
            <pc:sldMk cId="1909375894" sldId="256"/>
            <ac:cxnSpMk id="20" creationId="{6B734BBC-C203-C8A7-BD12-B6BB0E117E0F}"/>
          </ac:cxnSpMkLst>
        </pc:cxnChg>
        <pc:cxnChg chg="mod">
          <ac:chgData name="Akira Terui" userId="3f83de79-c81c-43e2-ac56-bbb755c07a02" providerId="ADAL" clId="{0169A10B-7A1B-4780-8EB1-66779DFD7188}" dt="2026-07-01T14:04:37.645" v="1524" actId="692"/>
          <ac:cxnSpMkLst>
            <pc:docMk/>
            <pc:sldMk cId="1909375894" sldId="256"/>
            <ac:cxnSpMk id="21" creationId="{4CD9063B-CDB7-A6B7-1561-ED6D450C6AC7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28" creationId="{AB259CBB-0171-ED16-61B6-0F1B61D37604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44" creationId="{C27AC35A-0DA4-6497-ECB1-31480FC291B5}"/>
          </ac:cxnSpMkLst>
        </pc:cxnChg>
        <pc:cxnChg chg="mod">
          <ac:chgData name="Akira Terui" userId="3f83de79-c81c-43e2-ac56-bbb755c07a02" providerId="ADAL" clId="{0169A10B-7A1B-4780-8EB1-66779DFD7188}" dt="2026-07-01T13:19:00.357" v="259" actId="1038"/>
          <ac:cxnSpMkLst>
            <pc:docMk/>
            <pc:sldMk cId="1909375894" sldId="256"/>
            <ac:cxnSpMk id="47" creationId="{A10097FB-5F79-A12F-C81F-1623D0E33003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0" creationId="{FAC712F8-DB71-9ACD-CA43-C2CF7CBD4992}"/>
          </ac:cxnSpMkLst>
        </pc:cxnChg>
        <pc:cxnChg chg="mod">
          <ac:chgData name="Akira Terui" userId="3f83de79-c81c-43e2-ac56-bbb755c07a02" providerId="ADAL" clId="{0169A10B-7A1B-4780-8EB1-66779DFD7188}" dt="2026-07-01T13:22:01.596" v="411" actId="1035"/>
          <ac:cxnSpMkLst>
            <pc:docMk/>
            <pc:sldMk cId="1909375894" sldId="256"/>
            <ac:cxnSpMk id="64" creationId="{558014BA-16DF-9196-F12B-3585ADF7D3D8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5" creationId="{CE68C199-903D-85ED-A0FF-9AD523F24C49}"/>
          </ac:cxnSpMkLst>
        </pc:cxnChg>
        <pc:cxnChg chg="mod">
          <ac:chgData name="Akira Terui" userId="3f83de79-c81c-43e2-ac56-bbb755c07a02" providerId="ADAL" clId="{0169A10B-7A1B-4780-8EB1-66779DFD7188}" dt="2026-07-01T13:20:40.414" v="320" actId="103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0169A10B-7A1B-4780-8EB1-66779DFD7188}" dt="2026-07-01T14:05:04.429" v="1529" actId="1035"/>
          <ac:cxnSpMkLst>
            <pc:docMk/>
            <pc:sldMk cId="1909375894" sldId="256"/>
            <ac:cxnSpMk id="99" creationId="{D9B1EF40-00C5-1819-BCA5-EFD36F949E06}"/>
          </ac:cxnSpMkLst>
        </pc:cxnChg>
      </pc:sldChg>
      <pc:sldMasterChg chg="modSp modSldLayout">
        <pc:chgData name="Akira Terui" userId="3f83de79-c81c-43e2-ac56-bbb755c07a02" providerId="ADAL" clId="{0169A10B-7A1B-4780-8EB1-66779DFD7188}" dt="2026-07-01T14:10:41.071" v="1540"/>
        <pc:sldMasterMkLst>
          <pc:docMk/>
          <pc:sldMasterMk cId="3505087126" sldId="2147483852"/>
        </pc:sldMasterMkLst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2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3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4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5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598918320" sldId="2147483853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598918320" sldId="214748385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598918320" sldId="2147483853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338383666" sldId="2147483855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338383666" sldId="214748385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338383666" sldId="2147483855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1763807303" sldId="2147483856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1763807303" sldId="214748385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1763807303" sldId="214748385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093659349" sldId="2147483857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3588249244" sldId="2147483860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688741751" sldId="2147483861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425683980" sldId="2147483863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425683980" sldId="214748386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425683980" sldId="2147483863"/>
              <ac:spMk id="3" creationId="{00000000-0000-0000-0000-000000000000}"/>
            </ac:spMkLst>
          </pc:spChg>
        </pc:sldLayoutChg>
      </pc:sldMasterChg>
      <pc:sldMasterChg chg="modSp modSldLayout">
        <pc:chgData name="Akira Terui" userId="3f83de79-c81c-43e2-ac56-bbb755c07a02" providerId="ADAL" clId="{0169A10B-7A1B-4780-8EB1-66779DFD7188}" dt="2026-07-01T14:12:57.947" v="1562"/>
        <pc:sldMasterMkLst>
          <pc:docMk/>
          <pc:sldMasterMk cId="696639874" sldId="2147483912"/>
        </pc:sldMasterMkLst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2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3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4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5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3643709135" sldId="2147483913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643709135" sldId="214748391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643709135" sldId="2147483913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4142857340" sldId="2147483915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4142857340" sldId="214748391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4142857340" sldId="2147483915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316425013" sldId="2147483916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16425013" sldId="214748391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16425013" sldId="214748391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398365980" sldId="2147483917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699324335" sldId="2147483920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3900295493" sldId="2147483921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469339114" sldId="2147483923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469339114" sldId="214748392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469339114" sldId="2147483923"/>
              <ac:spMk id="3" creationId="{00000000-0000-0000-0000-000000000000}"/>
            </ac:spMkLst>
          </pc:spChg>
        </pc:sldLayoutChg>
      </pc:sldMasterChg>
    </pc:docChg>
  </pc:docChgLst>
  <pc:docChgLst>
    <pc:chgData name="Akira Terui" userId="3f83de79-c81c-43e2-ac56-bbb755c07a02" providerId="ADAL" clId="{02B81203-7BF0-4F96-B65C-8AB01D97A066}"/>
    <pc:docChg chg="undo custSel modSld">
      <pc:chgData name="Akira Terui" userId="3f83de79-c81c-43e2-ac56-bbb755c07a02" providerId="ADAL" clId="{02B81203-7BF0-4F96-B65C-8AB01D97A066}" dt="2026-07-01T19:13:57.001" v="65" actId="208"/>
      <pc:docMkLst>
        <pc:docMk/>
      </pc:docMkLst>
      <pc:sldChg chg="addSp modSp mod">
        <pc:chgData name="Akira Terui" userId="3f83de79-c81c-43e2-ac56-bbb755c07a02" providerId="ADAL" clId="{02B81203-7BF0-4F96-B65C-8AB01D97A066}" dt="2026-07-01T19:13:57.001" v="65" actId="208"/>
        <pc:sldMkLst>
          <pc:docMk/>
          <pc:sldMk cId="1909375894" sldId="256"/>
        </pc:sldMkLst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7" creationId="{B1F3E2F2-C812-A441-4971-99C8963825B9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9" creationId="{DC21287D-5699-8380-67A9-EA9E39AC2522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58" creationId="{A3C091DA-264A-7F87-88CA-55A87FC5888D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02B81203-7BF0-4F96-B65C-8AB01D97A066}" dt="2026-07-01T14:29:45.093" v="5" actId="255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2B81203-7BF0-4F96-B65C-8AB01D97A066}" dt="2026-07-01T14:31:22.278" v="44" actId="12788"/>
          <ac:grpSpMkLst>
            <pc:docMk/>
            <pc:sldMk cId="1909375894" sldId="256"/>
            <ac:grpSpMk id="5" creationId="{0C95F35C-BD3F-8078-23A3-9ACBABA93CE1}"/>
          </ac:grpSpMkLst>
        </pc:grpChg>
        <pc:grpChg chg="add mod">
          <ac:chgData name="Akira Terui" userId="3f83de79-c81c-43e2-ac56-bbb755c07a02" providerId="ADAL" clId="{02B81203-7BF0-4F96-B65C-8AB01D97A066}" dt="2026-07-01T15:52:30.466" v="64" actId="1037"/>
          <ac:grpSpMkLst>
            <pc:docMk/>
            <pc:sldMk cId="1909375894" sldId="256"/>
            <ac:grpSpMk id="9" creationId="{2BBCBFA6-8BA7-2035-E991-C8E4A7BAE704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88" creationId="{1BE98CD2-07EF-6230-AD0E-4407E64B4219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223" creationId="{1D6547B1-30AD-DD80-89D7-CAFC87142F3C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224" creationId="{DA4EF7C0-BC2B-AA97-2948-A9DCA9597A93}"/>
          </ac:grpSpMkLst>
        </pc:grpChg>
        <pc:cxnChg chg="mod">
          <ac:chgData name="Akira Terui" userId="3f83de79-c81c-43e2-ac56-bbb755c07a02" providerId="ADAL" clId="{02B81203-7BF0-4F96-B65C-8AB01D97A066}" dt="2026-07-01T14:29:45.093" v="5" actId="255"/>
          <ac:cxnSpMkLst>
            <pc:docMk/>
            <pc:sldMk cId="1909375894" sldId="256"/>
            <ac:cxnSpMk id="21" creationId="{4CD9063B-CDB7-A6B7-1561-ED6D450C6AC7}"/>
          </ac:cxnSpMkLst>
        </pc:cxnChg>
        <pc:cxnChg chg="mod">
          <ac:chgData name="Akira Terui" userId="3f83de79-c81c-43e2-ac56-bbb755c07a02" providerId="ADAL" clId="{02B81203-7BF0-4F96-B65C-8AB01D97A066}" dt="2026-07-01T14:31:22.278" v="44" actId="12788"/>
          <ac:cxnSpMkLst>
            <pc:docMk/>
            <pc:sldMk cId="1909375894" sldId="256"/>
            <ac:cxnSpMk id="99" creationId="{D9B1EF40-00C5-1819-BCA5-EFD36F949E06}"/>
          </ac:cxnSpMkLst>
        </pc:cxnChg>
        <pc:cxnChg chg="mod">
          <ac:chgData name="Akira Terui" userId="3f83de79-c81c-43e2-ac56-bbb755c07a02" providerId="ADAL" clId="{02B81203-7BF0-4F96-B65C-8AB01D97A066}" dt="2026-07-01T19:13:57.001" v="65" actId="208"/>
          <ac:cxnSpMkLst>
            <pc:docMk/>
            <pc:sldMk cId="1909375894" sldId="256"/>
            <ac:cxnSpMk id="220" creationId="{9FF1A1A1-5ECF-517D-958A-C21AC141A10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047539"/>
            <a:ext cx="7772400" cy="2228427"/>
          </a:xfrm>
        </p:spPr>
        <p:txBody>
          <a:bodyPr anchor="b"/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361902"/>
            <a:ext cx="6858000" cy="1545378"/>
          </a:xfrm>
        </p:spPr>
        <p:txBody>
          <a:bodyPr/>
          <a:lstStyle>
            <a:lvl1pPr marL="0" indent="0" algn="ctr">
              <a:buNone/>
              <a:defRPr sz="2240"/>
            </a:lvl1pPr>
            <a:lvl2pPr marL="426705" indent="0" algn="ctr">
              <a:buNone/>
              <a:defRPr sz="1867"/>
            </a:lvl2pPr>
            <a:lvl3pPr marL="853410" indent="0" algn="ctr">
              <a:buNone/>
              <a:defRPr sz="1680"/>
            </a:lvl3pPr>
            <a:lvl4pPr marL="1280114" indent="0" algn="ctr">
              <a:buNone/>
              <a:defRPr sz="1493"/>
            </a:lvl4pPr>
            <a:lvl5pPr marL="1706819" indent="0" algn="ctr">
              <a:buNone/>
              <a:defRPr sz="1493"/>
            </a:lvl5pPr>
            <a:lvl6pPr marL="2133524" indent="0" algn="ctr">
              <a:buNone/>
              <a:defRPr sz="1493"/>
            </a:lvl6pPr>
            <a:lvl7pPr marL="2560229" indent="0" algn="ctr">
              <a:buNone/>
              <a:defRPr sz="1493"/>
            </a:lvl7pPr>
            <a:lvl8pPr marL="2986933" indent="0" algn="ctr">
              <a:buNone/>
              <a:defRPr sz="1493"/>
            </a:lvl8pPr>
            <a:lvl9pPr marL="3413638" indent="0" algn="ctr">
              <a:buNone/>
              <a:defRPr sz="149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899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658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595757"/>
            <a:ext cx="7886700" cy="2662555"/>
          </a:xfrm>
        </p:spPr>
        <p:txBody>
          <a:bodyPr anchor="b"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83500"/>
            <a:ext cx="7886700" cy="1400175"/>
          </a:xfrm>
        </p:spPr>
        <p:txBody>
          <a:bodyPr/>
          <a:lstStyle>
            <a:lvl1pPr marL="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1pPr>
            <a:lvl2pPr marL="426705" indent="0">
              <a:buNone/>
              <a:defRPr sz="1867">
                <a:solidFill>
                  <a:schemeClr val="tx1">
                    <a:tint val="82000"/>
                  </a:schemeClr>
                </a:solidFill>
              </a:defRPr>
            </a:lvl2pPr>
            <a:lvl3pPr marL="85341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3pPr>
            <a:lvl4pPr marL="128011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4pPr>
            <a:lvl5pPr marL="170681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5pPr>
            <a:lvl6pPr marL="213352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6pPr>
            <a:lvl7pPr marL="256022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7pPr>
            <a:lvl8pPr marL="2986933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8pPr>
            <a:lvl9pPr marL="3413638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49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0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0785"/>
            <a:ext cx="788670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569085"/>
            <a:ext cx="3868340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338070"/>
            <a:ext cx="386834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569085"/>
            <a:ext cx="3887391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2338070"/>
            <a:ext cx="3887391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666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78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02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21598"/>
            <a:ext cx="4629150" cy="4548717"/>
          </a:xfrm>
        </p:spPr>
        <p:txBody>
          <a:bodyPr/>
          <a:lstStyle>
            <a:lvl1pPr>
              <a:defRPr sz="2987"/>
            </a:lvl1pPr>
            <a:lvl2pPr>
              <a:defRPr sz="2613"/>
            </a:lvl2pPr>
            <a:lvl3pPr>
              <a:defRPr sz="2240"/>
            </a:lvl3pPr>
            <a:lvl4pPr>
              <a:defRPr sz="1867"/>
            </a:lvl4pPr>
            <a:lvl5pPr>
              <a:defRPr sz="1867"/>
            </a:lvl5pPr>
            <a:lvl6pPr>
              <a:defRPr sz="1867"/>
            </a:lvl6pPr>
            <a:lvl7pPr>
              <a:defRPr sz="1867"/>
            </a:lvl7pPr>
            <a:lvl8pPr>
              <a:defRPr sz="1867"/>
            </a:lvl8pPr>
            <a:lvl9pPr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68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21598"/>
            <a:ext cx="4629150" cy="4548717"/>
          </a:xfrm>
        </p:spPr>
        <p:txBody>
          <a:bodyPr anchor="t"/>
          <a:lstStyle>
            <a:lvl1pPr marL="0" indent="0">
              <a:buNone/>
              <a:defRPr sz="2987"/>
            </a:lvl1pPr>
            <a:lvl2pPr marL="426705" indent="0">
              <a:buNone/>
              <a:defRPr sz="2613"/>
            </a:lvl2pPr>
            <a:lvl3pPr marL="853410" indent="0">
              <a:buNone/>
              <a:defRPr sz="2240"/>
            </a:lvl3pPr>
            <a:lvl4pPr marL="1280114" indent="0">
              <a:buNone/>
              <a:defRPr sz="1867"/>
            </a:lvl4pPr>
            <a:lvl5pPr marL="1706819" indent="0">
              <a:buNone/>
              <a:defRPr sz="1867"/>
            </a:lvl5pPr>
            <a:lvl6pPr marL="2133524" indent="0">
              <a:buNone/>
              <a:defRPr sz="1867"/>
            </a:lvl6pPr>
            <a:lvl7pPr marL="2560229" indent="0">
              <a:buNone/>
              <a:defRPr sz="1867"/>
            </a:lvl7pPr>
            <a:lvl8pPr marL="2986933" indent="0">
              <a:buNone/>
              <a:defRPr sz="1867"/>
            </a:lvl8pPr>
            <a:lvl9pPr marL="3413638" indent="0">
              <a:buNone/>
              <a:defRPr sz="18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38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240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40783"/>
            <a:ext cx="1971675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40783"/>
            <a:ext cx="5800725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19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40785"/>
            <a:ext cx="788670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703917"/>
            <a:ext cx="788670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932595"/>
            <a:ext cx="30861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174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</p:sldLayoutIdLst>
  <p:txStyles>
    <p:titleStyle>
      <a:lvl1pPr algn="l" defTabSz="853410" rtl="0" eaLnBrk="1" latinLnBrk="0" hangingPunct="1">
        <a:lnSpc>
          <a:spcPct val="90000"/>
        </a:lnSpc>
        <a:spcBef>
          <a:spcPct val="0"/>
        </a:spcBef>
        <a:buNone/>
        <a:defRPr sz="41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3352" indent="-213352" algn="l" defTabSz="8534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2613" kern="1200">
          <a:solidFill>
            <a:schemeClr val="tx1"/>
          </a:solidFill>
          <a:latin typeface="+mn-lt"/>
          <a:ea typeface="+mn-ea"/>
          <a:cs typeface="+mn-cs"/>
        </a:defRPr>
      </a:lvl1pPr>
      <a:lvl2pPr marL="64005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2pPr>
      <a:lvl3pPr marL="1066762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49346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92017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34687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77358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626990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26705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5341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1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70681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13352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56022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2986933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413638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F3E2F2-C812-A441-4971-99C8963825B9}"/>
                  </a:ext>
                </a:extLst>
              </p:cNvPr>
              <p:cNvSpPr txBox="1"/>
              <p:nvPr/>
            </p:nvSpPr>
            <p:spPr>
              <a:xfrm>
                <a:off x="152400" y="2071559"/>
                <a:ext cx="246373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Upstream river length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F3E2F2-C812-A441-4971-99C8963825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2071559"/>
                <a:ext cx="2463732" cy="338554"/>
              </a:xfrm>
              <a:prstGeom prst="rect">
                <a:avLst/>
              </a:prstGeom>
              <a:blipFill>
                <a:blip r:embed="rId2"/>
                <a:stretch>
                  <a:fillRect l="-1238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9879CCA-4DA6-2961-013E-D7379B5FEA1A}"/>
                  </a:ext>
                </a:extLst>
              </p:cNvPr>
              <p:cNvSpPr txBox="1"/>
              <p:nvPr/>
            </p:nvSpPr>
            <p:spPr>
              <a:xfrm>
                <a:off x="1126829" y="3675996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r>
                        <a:rPr lang="en-US" sz="1600" i="1" dirty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=15</m:t>
                      </m:r>
                    </m:oMath>
                  </m:oMathPara>
                </a14:m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9879CCA-4DA6-2961-013E-D7379B5FE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29" y="3675996"/>
                <a:ext cx="110152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49A7F1B-05C3-1118-C78E-D059521099DB}"/>
                  </a:ext>
                </a:extLst>
              </p:cNvPr>
              <p:cNvSpPr txBox="1"/>
              <p:nvPr/>
            </p:nvSpPr>
            <p:spPr>
              <a:xfrm>
                <a:off x="995372" y="918686"/>
                <a:ext cx="181594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Increasing</a:t>
                </a:r>
              </a:p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total river length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49A7F1B-05C3-1118-C78E-D05952109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372" y="918686"/>
                <a:ext cx="1815946" cy="584775"/>
              </a:xfrm>
              <a:prstGeom prst="rect">
                <a:avLst/>
              </a:prstGeom>
              <a:blipFill>
                <a:blip r:embed="rId4"/>
                <a:stretch>
                  <a:fillRect l="-167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E7319D2-46E2-B8E3-58C1-348DAE6A855D}"/>
                  </a:ext>
                </a:extLst>
              </p:cNvPr>
              <p:cNvSpPr txBox="1"/>
              <p:nvPr/>
            </p:nvSpPr>
            <p:spPr>
              <a:xfrm>
                <a:off x="3074345" y="918686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=35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E7319D2-46E2-B8E3-58C1-348DAE6A8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45" y="918686"/>
                <a:ext cx="110152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3C091DA-264A-7F87-88CA-55A87FC5888D}"/>
                  </a:ext>
                </a:extLst>
              </p:cNvPr>
              <p:cNvSpPr txBox="1"/>
              <p:nvPr/>
            </p:nvSpPr>
            <p:spPr>
              <a:xfrm>
                <a:off x="995372" y="5532929"/>
                <a:ext cx="176176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Increasing</a:t>
                </a:r>
              </a:p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𝜆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sub>
                    </m:sSub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3C091DA-264A-7F87-88CA-55A87FC58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372" y="5532929"/>
                <a:ext cx="1761764" cy="584775"/>
              </a:xfrm>
              <a:prstGeom prst="rect">
                <a:avLst/>
              </a:prstGeom>
              <a:blipFill>
                <a:blip r:embed="rId6"/>
                <a:stretch>
                  <a:fillRect l="-1730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16E1C5B-8C83-BFC9-C6A3-F79D3B7BC2CC}"/>
                  </a:ext>
                </a:extLst>
              </p:cNvPr>
              <p:cNvSpPr txBox="1"/>
              <p:nvPr/>
            </p:nvSpPr>
            <p:spPr>
              <a:xfrm>
                <a:off x="3074345" y="5532929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=1.00</m:t>
                      </m:r>
                    </m:oMath>
                  </m:oMathPara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16E1C5B-8C83-BFC9-C6A3-F79D3B7BC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45" y="5532929"/>
                <a:ext cx="110152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D9063B-CDB7-A6B7-1561-ED6D450C6AC7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1384266" y="2410113"/>
            <a:ext cx="683632" cy="31076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BBCBFA6-8BA7-2035-E991-C8E4A7BAE704}"/>
              </a:ext>
            </a:extLst>
          </p:cNvPr>
          <p:cNvGrpSpPr/>
          <p:nvPr/>
        </p:nvGrpSpPr>
        <p:grpSpPr>
          <a:xfrm>
            <a:off x="4648200" y="100477"/>
            <a:ext cx="4284378" cy="3203711"/>
            <a:chOff x="4624138" y="100477"/>
            <a:chExt cx="4284378" cy="3203711"/>
          </a:xfrm>
        </p:grpSpPr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DA4EF7C0-BC2B-AA97-2948-A9DCA9597A93}"/>
                </a:ext>
              </a:extLst>
            </p:cNvPr>
            <p:cNvGrpSpPr/>
            <p:nvPr/>
          </p:nvGrpSpPr>
          <p:grpSpPr>
            <a:xfrm>
              <a:off x="4624138" y="100477"/>
              <a:ext cx="884835" cy="3203711"/>
              <a:chOff x="4443377" y="368861"/>
              <a:chExt cx="931406" cy="3372328"/>
            </a:xfrm>
          </p:grpSpPr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8D2404A1-70DC-90FA-136B-CF2C44B1F4E9}"/>
                  </a:ext>
                </a:extLst>
              </p:cNvPr>
              <p:cNvGrpSpPr/>
              <p:nvPr/>
            </p:nvGrpSpPr>
            <p:grpSpPr>
              <a:xfrm>
                <a:off x="4929775" y="2828298"/>
                <a:ext cx="90000" cy="912891"/>
                <a:chOff x="5744668" y="2862191"/>
                <a:chExt cx="90000" cy="91289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E5E9412-6260-3837-0E1C-AE1C6617ED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2862191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C92EBED7-DD92-83F3-5B05-20E57C7D5C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3317882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DC42A1F9-E8B6-DE0C-0024-A3667BC06B08}"/>
                    </a:ext>
                  </a:extLst>
                </p:cNvPr>
                <p:cNvSpPr/>
                <p:nvPr/>
              </p:nvSpPr>
              <p:spPr>
                <a:xfrm>
                  <a:off x="5744668" y="327439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43E49B26-9626-8772-C535-9529A672E826}"/>
                  </a:ext>
                </a:extLst>
              </p:cNvPr>
              <p:cNvGrpSpPr/>
              <p:nvPr/>
            </p:nvGrpSpPr>
            <p:grpSpPr>
              <a:xfrm rot="20025706">
                <a:off x="4443377" y="1956247"/>
                <a:ext cx="472030" cy="1097280"/>
                <a:chOff x="4631680" y="1828050"/>
                <a:chExt cx="472030" cy="1097280"/>
              </a:xfrm>
            </p:grpSpPr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A10097FB-5F79-A12F-C81F-1623D0E33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103710" y="2479440"/>
                  <a:ext cx="0" cy="3657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387CDDF-A3E7-7378-9675-868C9C857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4631680" y="1828050"/>
                  <a:ext cx="0" cy="109728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52ABF4AB-8DA1-DF6C-56C5-B187C531ECAE}"/>
                  </a:ext>
                </a:extLst>
              </p:cNvPr>
              <p:cNvGrpSpPr/>
              <p:nvPr/>
            </p:nvGrpSpPr>
            <p:grpSpPr>
              <a:xfrm rot="20373604">
                <a:off x="4566856" y="368861"/>
                <a:ext cx="446987" cy="1371600"/>
                <a:chOff x="5100056" y="427341"/>
                <a:chExt cx="446987" cy="1371600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FAC712F8-DB71-9ACD-CA43-C2CF7CBD49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5100056" y="1319260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558014BA-16DF-9196-F12B-3585ADF7D3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6396" flipV="1">
                  <a:off x="5547043" y="427341"/>
                  <a:ext cx="0" cy="13716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261444A3-EBC2-A531-7270-BCF228B2F151}"/>
                  </a:ext>
                </a:extLst>
              </p:cNvPr>
              <p:cNvGrpSpPr/>
              <p:nvPr/>
            </p:nvGrpSpPr>
            <p:grpSpPr>
              <a:xfrm rot="21102984">
                <a:off x="4968419" y="1112576"/>
                <a:ext cx="406364" cy="1463040"/>
                <a:chOff x="5303196" y="1225219"/>
                <a:chExt cx="406364" cy="1463040"/>
              </a:xfrm>
            </p:grpSpPr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CE68C199-903D-85ED-A0FF-9AD523F24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03196" y="1740664"/>
                  <a:ext cx="0" cy="8229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52D23B09-9E3B-7872-E72C-FF835206FB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97016" flipV="1">
                  <a:off x="5709560" y="1225219"/>
                  <a:ext cx="0" cy="146304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1BE98CD2-07EF-6230-AD0E-4407E64B4219}"/>
                </a:ext>
              </a:extLst>
            </p:cNvPr>
            <p:cNvGrpSpPr/>
            <p:nvPr/>
          </p:nvGrpSpPr>
          <p:grpSpPr>
            <a:xfrm>
              <a:off x="6387329" y="835907"/>
              <a:ext cx="2521187" cy="2468279"/>
              <a:chOff x="7060830" y="1099527"/>
              <a:chExt cx="2653881" cy="2598189"/>
            </a:xfrm>
          </p:grpSpPr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474FEA00-0E5C-A0BC-4EA2-51F88887D972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 flipV="1">
                <a:off x="8427869" y="2185323"/>
                <a:ext cx="0" cy="6858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C1A42754-5114-F213-BD3F-5B9C5617CBAA}"/>
                  </a:ext>
                </a:extLst>
              </p:cNvPr>
              <p:cNvGrpSpPr/>
              <p:nvPr/>
            </p:nvGrpSpPr>
            <p:grpSpPr>
              <a:xfrm>
                <a:off x="8165277" y="2784825"/>
                <a:ext cx="90000" cy="912891"/>
                <a:chOff x="5744668" y="2862191"/>
                <a:chExt cx="90000" cy="912891"/>
              </a:xfrm>
            </p:grpSpPr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8F50E76C-D2FD-70DE-B66E-1894A380B0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2862191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E2B77087-CD99-3BBF-7A4C-F3C6BADF29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3317882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89F8A15B-836B-7314-53BF-62AA01F97A4D}"/>
                    </a:ext>
                  </a:extLst>
                </p:cNvPr>
                <p:cNvSpPr/>
                <p:nvPr/>
              </p:nvSpPr>
              <p:spPr>
                <a:xfrm>
                  <a:off x="5744668" y="327439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67EC62E-6A82-2AF2-F322-89FC7BA6E500}"/>
                  </a:ext>
                </a:extLst>
              </p:cNvPr>
              <p:cNvCxnSpPr>
                <a:cxnSpLocks/>
              </p:cNvCxnSpPr>
              <p:nvPr/>
            </p:nvCxnSpPr>
            <p:spPr>
              <a:xfrm rot="8400000" flipV="1">
                <a:off x="7861465" y="1821976"/>
                <a:ext cx="0" cy="109728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67E1ADB9-1500-F323-0432-2873ED218EE6}"/>
                  </a:ext>
                </a:extLst>
              </p:cNvPr>
              <p:cNvGrpSpPr/>
              <p:nvPr/>
            </p:nvGrpSpPr>
            <p:grpSpPr>
              <a:xfrm rot="19646886">
                <a:off x="7060830" y="1099527"/>
                <a:ext cx="551649" cy="1005840"/>
                <a:chOff x="6751602" y="1065977"/>
                <a:chExt cx="551649" cy="1005840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7C4A232D-A12B-0D80-D1E2-6A25F8E27A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6751602" y="1307454"/>
                  <a:ext cx="0" cy="73152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1D4FE0F3-2F03-40D9-6E35-60A316FB96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7303251" y="1065977"/>
                  <a:ext cx="0" cy="100584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C42EDF2-9655-1783-5BFD-19620A32ED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48279" y="1438543"/>
                <a:ext cx="0" cy="82296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BC829004-1F28-C6E1-882E-9C129D2C5CC6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9143211" y="1406275"/>
                <a:ext cx="0" cy="11430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2" name="Arc 101">
            <a:extLst>
              <a:ext uri="{FF2B5EF4-FFF2-40B4-BE49-F238E27FC236}">
                <a16:creationId xmlns:a16="http://schemas.microsoft.com/office/drawing/2014/main" id="{A40355BE-9F27-2C96-FA23-A838F8953C20}"/>
              </a:ext>
            </a:extLst>
          </p:cNvPr>
          <p:cNvSpPr/>
          <p:nvPr/>
        </p:nvSpPr>
        <p:spPr>
          <a:xfrm flipH="1" flipV="1">
            <a:off x="2798878" y="3740919"/>
            <a:ext cx="2281368" cy="1600042"/>
          </a:xfrm>
          <a:prstGeom prst="arc">
            <a:avLst/>
          </a:prstGeom>
          <a:ln w="76200" cap="flat" cmpd="sng" algn="ctr">
            <a:solidFill>
              <a:schemeClr val="tx1">
                <a:lumMod val="50000"/>
                <a:lumOff val="50000"/>
              </a:schemeClr>
            </a:solidFill>
            <a:prstDash val="sys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1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C95F35C-BD3F-8078-23A3-9ACBABA93CE1}"/>
              </a:ext>
            </a:extLst>
          </p:cNvPr>
          <p:cNvGrpSpPr/>
          <p:nvPr/>
        </p:nvGrpSpPr>
        <p:grpSpPr>
          <a:xfrm>
            <a:off x="4998078" y="4505267"/>
            <a:ext cx="2940666" cy="1269569"/>
            <a:chOff x="4889735" y="4505267"/>
            <a:chExt cx="2940666" cy="126956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C58A03FD-0B11-05C3-025C-221316D8FB0D}"/>
                </a:ext>
              </a:extLst>
            </p:cNvPr>
            <p:cNvGrpSpPr/>
            <p:nvPr/>
          </p:nvGrpSpPr>
          <p:grpSpPr>
            <a:xfrm>
              <a:off x="4889735" y="4950197"/>
              <a:ext cx="706633" cy="824639"/>
              <a:chOff x="4579733" y="6772415"/>
              <a:chExt cx="743824" cy="86804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5B0CACF9-CFC7-400A-4967-A898C6E16668}"/>
                  </a:ext>
                </a:extLst>
              </p:cNvPr>
              <p:cNvGrpSpPr/>
              <p:nvPr/>
            </p:nvGrpSpPr>
            <p:grpSpPr>
              <a:xfrm rot="18900000">
                <a:off x="4718950" y="7343842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77CFD6DA-EA74-4D78-A476-61C01AC7E1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86924AAB-9F30-B3C7-888C-64F607C60F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588FCE71-622F-3F6F-C25A-9965A192FEFE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E6F91B87-01AA-BCD2-5332-7DB2BEC97424}"/>
                  </a:ext>
                </a:extLst>
              </p:cNvPr>
              <p:cNvCxnSpPr>
                <a:cxnSpLocks/>
              </p:cNvCxnSpPr>
              <p:nvPr/>
            </p:nvCxnSpPr>
            <p:spPr>
              <a:xfrm rot="1716689" flipV="1">
                <a:off x="4883386" y="7288653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6786A40-9DBE-9FE6-7FD6-F5E125D472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29826" y="7503296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E98F9A6A-FEC8-72BF-2BC0-5181D81E0B33}"/>
                  </a:ext>
                </a:extLst>
              </p:cNvPr>
              <p:cNvGrpSpPr/>
              <p:nvPr/>
            </p:nvGrpSpPr>
            <p:grpSpPr>
              <a:xfrm>
                <a:off x="4674520" y="6918126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5C9560E9-3BAE-2D5C-00A3-514DA4AD66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693BFDD2-2DC7-55B6-215C-55DBC02AB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68177AF4-4668-5FBF-F1FD-1014F15C3460}"/>
                  </a:ext>
                </a:extLst>
              </p:cNvPr>
              <p:cNvGrpSpPr/>
              <p:nvPr/>
            </p:nvGrpSpPr>
            <p:grpSpPr>
              <a:xfrm rot="19669366">
                <a:off x="4579733" y="7165546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A026AC4F-C6F1-CB3F-5AD5-690238D812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D7501529-88E8-EF8C-E2A9-436FB1BF83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A141EAA3-E2CC-F50F-9C06-91AC7D84E175}"/>
                  </a:ext>
                </a:extLst>
              </p:cNvPr>
              <p:cNvGrpSpPr/>
              <p:nvPr/>
            </p:nvGrpSpPr>
            <p:grpSpPr>
              <a:xfrm rot="2130009">
                <a:off x="4728844" y="6772415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2A98866B-7830-258C-1CE4-8580C6941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F4C3D70A-15B3-C405-4545-4418B2FFAA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5E0903A6-C5D4-716D-DD7C-23E94F39EAB8}"/>
                  </a:ext>
                </a:extLst>
              </p:cNvPr>
              <p:cNvGrpSpPr/>
              <p:nvPr/>
            </p:nvGrpSpPr>
            <p:grpSpPr>
              <a:xfrm rot="3548578">
                <a:off x="5077609" y="7127751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36A445DE-62DA-A8F0-8167-9AE7400F8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60149D77-46B6-6335-475C-E622A72F09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46E29F9C-FB19-88A9-5029-BB65FC03429F}"/>
                  </a:ext>
                </a:extLst>
              </p:cNvPr>
              <p:cNvGrpSpPr/>
              <p:nvPr/>
            </p:nvGrpSpPr>
            <p:grpSpPr>
              <a:xfrm rot="1716689">
                <a:off x="4895143" y="7119349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930F2918-54BF-6655-0154-A12FF6E6C8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49441368-BAE4-5A62-3D9E-314FE747B8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9310219E-52BD-2C02-3AA9-FA6106DA313C}"/>
                  </a:ext>
                </a:extLst>
              </p:cNvPr>
              <p:cNvGrpSpPr/>
              <p:nvPr/>
            </p:nvGrpSpPr>
            <p:grpSpPr>
              <a:xfrm rot="1758806">
                <a:off x="5102801" y="6946852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4354B513-3E63-5D94-4E96-1B898D8167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B32178CE-7E7E-56A5-54DB-02CC796639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0C5C5671-40B4-B784-1860-15A1B5F65063}"/>
                </a:ext>
              </a:extLst>
            </p:cNvPr>
            <p:cNvGrpSpPr/>
            <p:nvPr/>
          </p:nvGrpSpPr>
          <p:grpSpPr>
            <a:xfrm>
              <a:off x="5974055" y="4505267"/>
              <a:ext cx="461293" cy="1269561"/>
              <a:chOff x="4823530" y="5472274"/>
              <a:chExt cx="485571" cy="1336380"/>
            </a:xfrm>
          </p:grpSpPr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85FC2F72-4C1F-E8E1-55A1-F571E245583E}"/>
                  </a:ext>
                </a:extLst>
              </p:cNvPr>
              <p:cNvGrpSpPr/>
              <p:nvPr/>
            </p:nvGrpSpPr>
            <p:grpSpPr>
              <a:xfrm rot="18900000">
                <a:off x="5121394" y="6512040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2F287D70-A213-1804-F320-4E9EBFDDE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A080FE9F-DC42-49E3-83B1-B38EE712AD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Oval 169">
                  <a:extLst>
                    <a:ext uri="{FF2B5EF4-FFF2-40B4-BE49-F238E27FC236}">
                      <a16:creationId xmlns:a16="http://schemas.microsoft.com/office/drawing/2014/main" id="{12D78E07-180A-0BDE-35B5-F1FF61015184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E0F85FF-C7CC-8FF9-B964-56CB43966E2D}"/>
                  </a:ext>
                </a:extLst>
              </p:cNvPr>
              <p:cNvCxnSpPr>
                <a:cxnSpLocks/>
              </p:cNvCxnSpPr>
              <p:nvPr/>
            </p:nvCxnSpPr>
            <p:spPr>
              <a:xfrm rot="1716689" flipV="1">
                <a:off x="5285830" y="6456851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B83E1CA-5553-5BA4-13F8-BE57DA9E51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32270" y="6671494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BC008A0F-C5C2-96E8-DF65-E7BF56E1502E}"/>
                  </a:ext>
                </a:extLst>
              </p:cNvPr>
              <p:cNvGrpSpPr/>
              <p:nvPr/>
            </p:nvGrpSpPr>
            <p:grpSpPr>
              <a:xfrm>
                <a:off x="4823530" y="6023264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BA6BC869-3640-7039-6382-5627B4FB33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63862F28-CA70-061C-3ED6-00817E8542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298C513-7361-2D22-1C63-5E6BD4449187}"/>
                  </a:ext>
                </a:extLst>
              </p:cNvPr>
              <p:cNvGrpSpPr/>
              <p:nvPr/>
            </p:nvGrpSpPr>
            <p:grpSpPr>
              <a:xfrm rot="19669366">
                <a:off x="4984558" y="6336125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740D1827-FD90-6FB5-802C-D756EF2A6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100EBFA7-E37C-4219-F1EC-EB9CCB8D9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459A0C76-4AB0-C134-3834-6214D6607CA1}"/>
                  </a:ext>
                </a:extLst>
              </p:cNvPr>
              <p:cNvGrpSpPr/>
              <p:nvPr/>
            </p:nvGrpSpPr>
            <p:grpSpPr>
              <a:xfrm rot="2130009">
                <a:off x="4880213" y="5881350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A12B0A86-4BF3-0C86-8ECB-0F24370A1A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E46DD2C7-4EB8-77C2-4F19-CEDDD4249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BFC89817-B01F-C77A-4C3C-94B9191CE96F}"/>
                  </a:ext>
                </a:extLst>
              </p:cNvPr>
              <p:cNvGrpSpPr/>
              <p:nvPr/>
            </p:nvGrpSpPr>
            <p:grpSpPr>
              <a:xfrm rot="21356477">
                <a:off x="4947085" y="5592089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8C4CED86-E15A-4499-AFD8-1D0804F5A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729D3B64-ED7A-F056-FDCF-5A313E437B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4B8A897-7DA7-AD6F-9DD6-EC9DDCC245F5}"/>
                  </a:ext>
                </a:extLst>
              </p:cNvPr>
              <p:cNvGrpSpPr/>
              <p:nvPr/>
            </p:nvGrpSpPr>
            <p:grpSpPr>
              <a:xfrm rot="1716689">
                <a:off x="5046561" y="6225122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17CD3AAC-546E-DB9F-458F-82A421F362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9BBA3696-C72E-B721-A1DC-86CB35376F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DBCC3596-5710-8A7C-21DC-0B8B78C2D5D4}"/>
                  </a:ext>
                </a:extLst>
              </p:cNvPr>
              <p:cNvGrpSpPr/>
              <p:nvPr/>
            </p:nvGrpSpPr>
            <p:grpSpPr>
              <a:xfrm rot="1758806">
                <a:off x="5088345" y="5472274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E05F83A4-070F-5B83-6C07-98214C4A31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06531B1-740C-1B4C-EE29-347AEFC15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1D6547B1-30AD-DD80-89D7-CAFC87142F3C}"/>
                </a:ext>
              </a:extLst>
            </p:cNvPr>
            <p:cNvGrpSpPr/>
            <p:nvPr/>
          </p:nvGrpSpPr>
          <p:grpSpPr>
            <a:xfrm>
              <a:off x="6813031" y="5159452"/>
              <a:ext cx="1017370" cy="615382"/>
              <a:chOff x="5908920" y="6143160"/>
              <a:chExt cx="1070915" cy="647770"/>
            </a:xfrm>
          </p:grpSpPr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B3172196-C914-7F10-9DC0-F0AA95B74AB9}"/>
                  </a:ext>
                </a:extLst>
              </p:cNvPr>
              <p:cNvGrpSpPr/>
              <p:nvPr/>
            </p:nvGrpSpPr>
            <p:grpSpPr>
              <a:xfrm rot="2959335">
                <a:off x="6472302" y="6496591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B046B78A-1CA4-B919-6A80-95B1633851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9FF1A1A1-5ECF-517D-958A-C21AC141A1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rgbClr val="A6A6A6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1" name="Oval 220">
                  <a:extLst>
                    <a:ext uri="{FF2B5EF4-FFF2-40B4-BE49-F238E27FC236}">
                      <a16:creationId xmlns:a16="http://schemas.microsoft.com/office/drawing/2014/main" id="{F19D1104-4BCB-4648-EEA1-0103A908BA2E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EBFBAB9F-1840-7C7A-885F-A70A2FC9BFF5}"/>
                  </a:ext>
                </a:extLst>
              </p:cNvPr>
              <p:cNvCxnSpPr>
                <a:cxnSpLocks/>
              </p:cNvCxnSpPr>
              <p:nvPr/>
            </p:nvCxnSpPr>
            <p:spPr>
              <a:xfrm rot="-1200000" flipV="1">
                <a:off x="6405145" y="6425907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42291EBD-983D-CFA2-C5AD-757171D5A7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47083" y="6653770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>
                <a:extLst>
                  <a:ext uri="{FF2B5EF4-FFF2-40B4-BE49-F238E27FC236}">
                    <a16:creationId xmlns:a16="http://schemas.microsoft.com/office/drawing/2014/main" id="{CEB698C7-622B-A2B9-2CCA-DAAB9AD6AFFC}"/>
                  </a:ext>
                </a:extLst>
              </p:cNvPr>
              <p:cNvGrpSpPr/>
              <p:nvPr/>
            </p:nvGrpSpPr>
            <p:grpSpPr>
              <a:xfrm>
                <a:off x="6330798" y="6143160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2C82A87D-4C3C-0E0A-557F-16867F191F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21858A57-910D-E3A2-D895-F178050E8F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2" name="Group 201">
                <a:extLst>
                  <a:ext uri="{FF2B5EF4-FFF2-40B4-BE49-F238E27FC236}">
                    <a16:creationId xmlns:a16="http://schemas.microsoft.com/office/drawing/2014/main" id="{CD4802FC-35CF-ABDD-2D90-64B9CFFEEB8A}"/>
                  </a:ext>
                </a:extLst>
              </p:cNvPr>
              <p:cNvGrpSpPr/>
              <p:nvPr/>
            </p:nvGrpSpPr>
            <p:grpSpPr>
              <a:xfrm rot="19669366">
                <a:off x="6254090" y="6225449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7D65C0EA-EB42-C15A-85D3-E37433267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D6F9E41B-6FCC-3C2F-504D-3E66C05C12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8FE61543-14D8-17C9-964E-2D498CB7AFE5}"/>
                  </a:ext>
                </a:extLst>
              </p:cNvPr>
              <p:cNvGrpSpPr/>
              <p:nvPr/>
            </p:nvGrpSpPr>
            <p:grpSpPr>
              <a:xfrm rot="19001967">
                <a:off x="5908920" y="6304732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8C392EB4-3C85-A30A-9770-8382C9C063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E52C1CAE-5512-DCB7-7FA8-EC4665FC90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C376DAFB-0B3D-E5D1-F896-A5D815A9774D}"/>
                  </a:ext>
                </a:extLst>
              </p:cNvPr>
              <p:cNvGrpSpPr/>
              <p:nvPr/>
            </p:nvGrpSpPr>
            <p:grpSpPr>
              <a:xfrm rot="3548578">
                <a:off x="6733887" y="6352785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9E5579D3-30FE-A47E-D7A8-996FAF903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5AE5811A-7651-EECC-6268-1E6FBE02B2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D5130176-449B-7098-FBAA-70A2F5E0A1CE}"/>
                  </a:ext>
                </a:extLst>
              </p:cNvPr>
              <p:cNvGrpSpPr/>
              <p:nvPr/>
            </p:nvGrpSpPr>
            <p:grpSpPr>
              <a:xfrm rot="1716689">
                <a:off x="6551421" y="6344383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0E3D3ACB-9664-8A72-A452-992D23F785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>
                  <a:extLst>
                    <a:ext uri="{FF2B5EF4-FFF2-40B4-BE49-F238E27FC236}">
                      <a16:creationId xmlns:a16="http://schemas.microsoft.com/office/drawing/2014/main" id="{20ED3AEB-4E0D-3EBB-D24E-69E0CAAB50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C4FF9A52-3AEB-B643-3B94-17801134BDFD}"/>
                  </a:ext>
                </a:extLst>
              </p:cNvPr>
              <p:cNvGrpSpPr/>
              <p:nvPr/>
            </p:nvGrpSpPr>
            <p:grpSpPr>
              <a:xfrm rot="1758806">
                <a:off x="6759079" y="6171886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BDC7C6BD-F27F-236F-B452-D6514C8DA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18FA970B-5E81-7859-48AE-AB3E62D67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6A0DD742-92F8-5E9B-318C-3E34F6DCB5F6}"/>
              </a:ext>
            </a:extLst>
          </p:cNvPr>
          <p:cNvSpPr txBox="1"/>
          <p:nvPr/>
        </p:nvSpPr>
        <p:spPr>
          <a:xfrm flipH="1">
            <a:off x="8397820" y="1852373"/>
            <a:ext cx="362578" cy="501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60" dirty="0"/>
              <a:t>…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8B296F1E-38C7-CFB6-D71D-A78118F9FECC}"/>
              </a:ext>
            </a:extLst>
          </p:cNvPr>
          <p:cNvSpPr txBox="1"/>
          <p:nvPr/>
        </p:nvSpPr>
        <p:spPr>
          <a:xfrm flipH="1">
            <a:off x="8397820" y="5111678"/>
            <a:ext cx="362578" cy="501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60" dirty="0"/>
              <a:t>…</a:t>
            </a:r>
          </a:p>
        </p:txBody>
      </p:sp>
      <p:sp>
        <p:nvSpPr>
          <p:cNvPr id="234" name="Arc 233">
            <a:extLst>
              <a:ext uri="{FF2B5EF4-FFF2-40B4-BE49-F238E27FC236}">
                <a16:creationId xmlns:a16="http://schemas.microsoft.com/office/drawing/2014/main" id="{B18935E2-2D68-76A1-E026-161A2391F2FF}"/>
              </a:ext>
            </a:extLst>
          </p:cNvPr>
          <p:cNvSpPr/>
          <p:nvPr/>
        </p:nvSpPr>
        <p:spPr>
          <a:xfrm flipH="1">
            <a:off x="2798878" y="1714000"/>
            <a:ext cx="2281368" cy="1600042"/>
          </a:xfrm>
          <a:prstGeom prst="arc">
            <a:avLst/>
          </a:prstGeom>
          <a:ln w="76200" cap="flat" cmpd="sng" algn="ctr">
            <a:solidFill>
              <a:schemeClr val="tx1">
                <a:lumMod val="50000"/>
                <a:lumOff val="50000"/>
              </a:schemeClr>
            </a:solidFill>
            <a:prstDash val="sys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802DC72-4FEC-D9EC-F0C8-16E725442D84}"/>
                  </a:ext>
                </a:extLst>
              </p:cNvPr>
              <p:cNvSpPr txBox="1"/>
              <p:nvPr/>
            </p:nvSpPr>
            <p:spPr>
              <a:xfrm>
                <a:off x="3015523" y="3879098"/>
                <a:ext cx="120270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Diameter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ℒ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802DC72-4FEC-D9EC-F0C8-16E725442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5523" y="3879098"/>
                <a:ext cx="1202702" cy="338554"/>
              </a:xfrm>
              <a:prstGeom prst="rect">
                <a:avLst/>
              </a:prstGeom>
              <a:blipFill>
                <a:blip r:embed="rId8"/>
                <a:stretch>
                  <a:fillRect l="-3046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84A4C089-D709-FACB-4C18-E32291A8425D}"/>
              </a:ext>
            </a:extLst>
          </p:cNvPr>
          <p:cNvGrpSpPr/>
          <p:nvPr/>
        </p:nvGrpSpPr>
        <p:grpSpPr>
          <a:xfrm>
            <a:off x="2468184" y="2720559"/>
            <a:ext cx="1110857" cy="1613837"/>
            <a:chOff x="2173951" y="3456358"/>
            <a:chExt cx="1169323" cy="1698776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B690DAD5-CD93-080F-3E67-06074C9575B7}"/>
                </a:ext>
              </a:extLst>
            </p:cNvPr>
            <p:cNvCxnSpPr>
              <a:cxnSpLocks/>
            </p:cNvCxnSpPr>
            <p:nvPr/>
          </p:nvCxnSpPr>
          <p:spPr>
            <a:xfrm rot="18900000" flipV="1">
              <a:off x="2218951" y="3456358"/>
              <a:ext cx="0" cy="914400"/>
            </a:xfrm>
            <a:prstGeom prst="line">
              <a:avLst/>
            </a:prstGeom>
            <a:ln w="254000" cap="rnd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81429DA-5478-13FC-8DB1-16499F3A6A00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2874962" y="3459472"/>
              <a:ext cx="0" cy="914400"/>
            </a:xfrm>
            <a:prstGeom prst="line">
              <a:avLst/>
            </a:prstGeom>
            <a:ln w="254000" cap="rnd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FA2AAD8-97F4-6EE3-7068-26C7DD4550D1}"/>
                </a:ext>
              </a:extLst>
            </p:cNvPr>
            <p:cNvCxnSpPr/>
            <p:nvPr/>
          </p:nvCxnSpPr>
          <p:spPr>
            <a:xfrm flipV="1">
              <a:off x="2538943" y="4224947"/>
              <a:ext cx="0" cy="457200"/>
            </a:xfrm>
            <a:prstGeom prst="line">
              <a:avLst/>
            </a:prstGeom>
            <a:ln w="254000" cap="flat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ABDF57-6A95-B86D-6E28-ED11089AD062}"/>
                </a:ext>
              </a:extLst>
            </p:cNvPr>
            <p:cNvCxnSpPr>
              <a:cxnSpLocks/>
            </p:cNvCxnSpPr>
            <p:nvPr/>
          </p:nvCxnSpPr>
          <p:spPr>
            <a:xfrm rot="18900000" flipV="1">
              <a:off x="2218962" y="3459826"/>
              <a:ext cx="0" cy="914400"/>
            </a:xfrm>
            <a:prstGeom prst="line">
              <a:avLst/>
            </a:prstGeom>
            <a:ln cap="rnd">
              <a:solidFill>
                <a:srgbClr val="2B2B2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5A9E7E3-F772-6CF5-BEAE-BC6D5F2A59F0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2868000" y="3464688"/>
              <a:ext cx="0" cy="914400"/>
            </a:xfrm>
            <a:prstGeom prst="line">
              <a:avLst/>
            </a:prstGeom>
            <a:ln cap="rnd">
              <a:solidFill>
                <a:srgbClr val="2B2B2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1ED0E3A-F16F-396A-807F-BB2FF28CE01B}"/>
                </a:ext>
              </a:extLst>
            </p:cNvPr>
            <p:cNvGrpSpPr/>
            <p:nvPr/>
          </p:nvGrpSpPr>
          <p:grpSpPr>
            <a:xfrm>
              <a:off x="2499910" y="4241075"/>
              <a:ext cx="90000" cy="914059"/>
              <a:chOff x="2499910" y="4241075"/>
              <a:chExt cx="90000" cy="914059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AAA572F-D56C-976D-331E-8CDBDBB92916}"/>
                  </a:ext>
                </a:extLst>
              </p:cNvPr>
              <p:cNvCxnSpPr/>
              <p:nvPr/>
            </p:nvCxnSpPr>
            <p:spPr>
              <a:xfrm flipV="1">
                <a:off x="2544910" y="4241075"/>
                <a:ext cx="0" cy="4572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27AC35A-0DA4-6497-ECB1-31480FC29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44910" y="4697934"/>
                <a:ext cx="0" cy="4572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A173AE1-8839-9306-5241-AFAEBCACDBF6}"/>
                  </a:ext>
                </a:extLst>
              </p:cNvPr>
              <p:cNvSpPr/>
              <p:nvPr/>
            </p:nvSpPr>
            <p:spPr>
              <a:xfrm>
                <a:off x="2499910" y="4640371"/>
                <a:ext cx="90000" cy="90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95" dirty="0"/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E8031B-0CB2-B0A0-E701-6531FDF351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0456" y="3739468"/>
              <a:ext cx="592818" cy="586357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7EBBC2B-AC82-F7B9-7B1C-5084DC6863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8452" y="4335054"/>
              <a:ext cx="0" cy="82008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7ACA986-FEA0-08AD-9D6A-FB07B8F0423D}"/>
                </a:ext>
              </a:extLst>
            </p:cNvPr>
            <p:cNvSpPr/>
            <p:nvPr/>
          </p:nvSpPr>
          <p:spPr>
            <a:xfrm>
              <a:off x="2173951" y="3872787"/>
              <a:ext cx="90000" cy="9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5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B734BBC-C203-C8A7-BD12-B6BB0E117E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9696" y="4312709"/>
              <a:ext cx="0" cy="36576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B259CBB-0171-ED16-61B6-0F1B61D37604}"/>
                </a:ext>
              </a:extLst>
            </p:cNvPr>
            <p:cNvCxnSpPr>
              <a:cxnSpLocks/>
            </p:cNvCxnSpPr>
            <p:nvPr/>
          </p:nvCxnSpPr>
          <p:spPr>
            <a:xfrm rot="-2700000" flipV="1">
              <a:off x="2193859" y="3994598"/>
              <a:ext cx="0" cy="36576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C21287D-5699-8380-67A9-EA9E39AC2522}"/>
                  </a:ext>
                </a:extLst>
              </p:cNvPr>
              <p:cNvSpPr txBox="1"/>
              <p:nvPr/>
            </p:nvSpPr>
            <p:spPr>
              <a:xfrm>
                <a:off x="391343" y="3100020"/>
                <a:ext cx="194008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Network distance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C21287D-5699-8380-67A9-EA9E39AC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343" y="3100020"/>
                <a:ext cx="1940083" cy="338554"/>
              </a:xfrm>
              <a:prstGeom prst="rect">
                <a:avLst/>
              </a:prstGeom>
              <a:blipFill>
                <a:blip r:embed="rId9"/>
                <a:stretch>
                  <a:fillRect l="-1572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9B1EF40-00C5-1819-BCA5-EFD36F949E06}"/>
              </a:ext>
            </a:extLst>
          </p:cNvPr>
          <p:cNvCxnSpPr>
            <a:cxnSpLocks/>
          </p:cNvCxnSpPr>
          <p:nvPr/>
        </p:nvCxnSpPr>
        <p:spPr>
          <a:xfrm>
            <a:off x="4694856" y="5970472"/>
            <a:ext cx="354711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9F36B01-58AA-076E-1E9B-6370D7B3676C}"/>
              </a:ext>
            </a:extLst>
          </p:cNvPr>
          <p:cNvSpPr txBox="1"/>
          <p:nvPr/>
        </p:nvSpPr>
        <p:spPr>
          <a:xfrm>
            <a:off x="4582478" y="6003550"/>
            <a:ext cx="3771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Topological and link length randomness</a:t>
            </a:r>
          </a:p>
        </p:txBody>
      </p:sp>
    </p:spTree>
    <p:extLst>
      <p:ext uri="{BB962C8B-B14F-4D97-AF65-F5344CB8AC3E}">
        <p14:creationId xmlns:p14="http://schemas.microsoft.com/office/powerpoint/2010/main" val="190937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360</TotalTime>
  <Words>43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Akira Terui</dc:creator>
  <cp:lastModifiedBy>Akira Terui</cp:lastModifiedBy>
  <cp:revision>1</cp:revision>
  <cp:lastPrinted>2024-09-16T22:16:46Z</cp:lastPrinted>
  <dcterms:created xsi:type="dcterms:W3CDTF">2024-09-16T20:49:37Z</dcterms:created>
  <dcterms:modified xsi:type="dcterms:W3CDTF">2026-07-01T19:13:59Z</dcterms:modified>
</cp:coreProperties>
</file>