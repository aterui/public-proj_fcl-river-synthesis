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sldIdLst>
    <p:sldId id="256" r:id="rId2"/>
  </p:sldIdLst>
  <p:sldSz cx="8686800" cy="5486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9" userDrawn="1">
          <p15:clr>
            <a:srgbClr val="A4A3A4"/>
          </p15:clr>
        </p15:guide>
        <p15:guide id="2" pos="27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404040"/>
    <a:srgbClr val="B9B9B9"/>
    <a:srgbClr val="2B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9E8181-B26E-4E63-9B5F-8F9213F9A176}" v="4" dt="2026-07-04T03:44:49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44" autoAdjust="0"/>
    <p:restoredTop sz="94660"/>
  </p:normalViewPr>
  <p:slideViewPr>
    <p:cSldViewPr showGuides="1">
      <p:cViewPr varScale="1">
        <p:scale>
          <a:sx n="137" d="100"/>
          <a:sy n="137" d="100"/>
        </p:scale>
        <p:origin x="1188" y="120"/>
      </p:cViewPr>
      <p:guideLst>
        <p:guide orient="horz" pos="1729"/>
        <p:guide pos="27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ira Terui" userId="3f83de79-c81c-43e2-ac56-bbb755c07a02" providerId="ADAL" clId="{4101542E-66A9-4306-BD0F-EFC5C6C97C63}"/>
    <pc:docChg chg="undo custSel addSld delSld modSld modMainMaster">
      <pc:chgData name="Akira Terui" userId="3f83de79-c81c-43e2-ac56-bbb755c07a02" providerId="ADAL" clId="{4101542E-66A9-4306-BD0F-EFC5C6C97C63}" dt="2026-07-04T03:44:32.722" v="1263" actId="12789"/>
      <pc:docMkLst>
        <pc:docMk/>
      </pc:docMkLst>
      <pc:sldChg chg="addSp delSp modSp mod">
        <pc:chgData name="Akira Terui" userId="3f83de79-c81c-43e2-ac56-bbb755c07a02" providerId="ADAL" clId="{4101542E-66A9-4306-BD0F-EFC5C6C97C63}" dt="2026-07-04T03:44:32.722" v="1263" actId="12789"/>
        <pc:sldMkLst>
          <pc:docMk/>
          <pc:sldMk cId="1909375894" sldId="256"/>
        </pc:sldMkLst>
        <pc:spChg chg="mod">
          <ac:chgData name="Akira Terui" userId="3f83de79-c81c-43e2-ac56-bbb755c07a02" providerId="ADAL" clId="{4101542E-66A9-4306-BD0F-EFC5C6C97C63}" dt="2026-07-04T03:44:28.441" v="1261" actId="164"/>
          <ac:spMkLst>
            <pc:docMk/>
            <pc:sldMk cId="1909375894" sldId="256"/>
            <ac:spMk id="7" creationId="{B1F3E2F2-C812-A441-4971-99C8963825B9}"/>
          </ac:spMkLst>
        </pc:spChg>
        <pc:spChg chg="mod">
          <ac:chgData name="Akira Terui" userId="3f83de79-c81c-43e2-ac56-bbb755c07a02" providerId="ADAL" clId="{4101542E-66A9-4306-BD0F-EFC5C6C97C63}" dt="2026-07-04T03:44:28.441" v="1261" actId="164"/>
          <ac:spMkLst>
            <pc:docMk/>
            <pc:sldMk cId="1909375894" sldId="256"/>
            <ac:spMk id="29" creationId="{DC21287D-5699-8380-67A9-EA9E39AC2522}"/>
          </ac:spMkLst>
        </pc:spChg>
        <pc:spChg chg="mod topLvl">
          <ac:chgData name="Akira Terui" userId="3f83de79-c81c-43e2-ac56-bbb755c07a02" providerId="ADAL" clId="{4101542E-66A9-4306-BD0F-EFC5C6C97C63}" dt="2026-07-01T04:21:06.636" v="563" actId="164"/>
          <ac:spMkLst>
            <pc:docMk/>
            <pc:sldMk cId="1909375894" sldId="256"/>
            <ac:spMk id="50" creationId="{DA173AE1-8839-9306-5241-AFAEBCACDBF6}"/>
          </ac:spMkLst>
        </pc:spChg>
        <pc:spChg chg="mod">
          <ac:chgData name="Akira Terui" userId="3f83de79-c81c-43e2-ac56-bbb755c07a02" providerId="ADAL" clId="{4101542E-66A9-4306-BD0F-EFC5C6C97C63}" dt="2026-07-04T03:44:28.441" v="1261" actId="164"/>
          <ac:spMkLst>
            <pc:docMk/>
            <pc:sldMk cId="1909375894" sldId="256"/>
            <ac:spMk id="58" creationId="{A3C091DA-264A-7F87-88CA-55A87FC5888D}"/>
          </ac:spMkLst>
        </pc:spChg>
        <pc:spChg chg="mod topLvl">
          <ac:chgData name="Akira Terui" userId="3f83de79-c81c-43e2-ac56-bbb755c07a02" providerId="ADAL" clId="{4101542E-66A9-4306-BD0F-EFC5C6C97C63}" dt="2026-07-01T05:01:30.423" v="949" actId="165"/>
          <ac:spMkLst>
            <pc:docMk/>
            <pc:sldMk cId="1909375894" sldId="256"/>
            <ac:spMk id="62" creationId="{DC42A1F9-E8B6-DE0C-0024-A3667BC06B08}"/>
          </ac:spMkLst>
        </pc:spChg>
        <pc:spChg chg="mod">
          <ac:chgData name="Akira Terui" userId="3f83de79-c81c-43e2-ac56-bbb755c07a02" providerId="ADAL" clId="{4101542E-66A9-4306-BD0F-EFC5C6C97C63}" dt="2026-07-04T03:44:28.441" v="1261" actId="164"/>
          <ac:spMkLst>
            <pc:docMk/>
            <pc:sldMk cId="1909375894" sldId="256"/>
            <ac:spMk id="63" creationId="{C49A7F1B-05C3-1118-C78E-D059521099DB}"/>
          </ac:spMkLst>
        </pc:spChg>
        <pc:spChg chg="mod">
          <ac:chgData name="Akira Terui" userId="3f83de79-c81c-43e2-ac56-bbb755c07a02" providerId="ADAL" clId="{4101542E-66A9-4306-BD0F-EFC5C6C97C63}" dt="2026-07-04T03:44:28.441" v="1261" actId="164"/>
          <ac:spMkLst>
            <pc:docMk/>
            <pc:sldMk cId="1909375894" sldId="256"/>
            <ac:spMk id="73" creationId="{49879CCA-4DA6-2961-013E-D7379B5FEA1A}"/>
          </ac:spMkLst>
        </pc:spChg>
        <pc:spChg chg="mod">
          <ac:chgData name="Akira Terui" userId="3f83de79-c81c-43e2-ac56-bbb755c07a02" providerId="ADAL" clId="{4101542E-66A9-4306-BD0F-EFC5C6C97C63}" dt="2026-07-04T03:41:49.163" v="1246" actId="1036"/>
          <ac:spMkLst>
            <pc:docMk/>
            <pc:sldMk cId="1909375894" sldId="256"/>
            <ac:spMk id="74" creationId="{6E7319D2-46E2-B8E3-58C1-348DAE6A855D}"/>
          </ac:spMkLst>
        </pc:spChg>
        <pc:spChg chg="mod">
          <ac:chgData name="Akira Terui" userId="3f83de79-c81c-43e2-ac56-bbb755c07a02" providerId="ADAL" clId="{4101542E-66A9-4306-BD0F-EFC5C6C97C63}" dt="2026-07-04T03:44:28.441" v="1261" actId="164"/>
          <ac:spMkLst>
            <pc:docMk/>
            <pc:sldMk cId="1909375894" sldId="256"/>
            <ac:spMk id="75" creationId="{516E1C5B-8C83-BFC9-C6A3-F79D3B7BC2CC}"/>
          </ac:spMkLst>
        </pc:spChg>
        <pc:spChg chg="mod">
          <ac:chgData name="Akira Terui" userId="3f83de79-c81c-43e2-ac56-bbb755c07a02" providerId="ADAL" clId="{4101542E-66A9-4306-BD0F-EFC5C6C97C63}" dt="2026-07-01T04:07:11.621" v="325"/>
          <ac:spMkLst>
            <pc:docMk/>
            <pc:sldMk cId="1909375894" sldId="256"/>
            <ac:spMk id="81" creationId="{89F8A15B-836B-7314-53BF-62AA01F97A4D}"/>
          </ac:spMkLst>
        </pc:spChg>
        <pc:spChg chg="mod">
          <ac:chgData name="Akira Terui" userId="3f83de79-c81c-43e2-ac56-bbb755c07a02" providerId="ADAL" clId="{4101542E-66A9-4306-BD0F-EFC5C6C97C63}" dt="2026-07-04T03:41:15.796" v="1227" actId="1035"/>
          <ac:spMkLst>
            <pc:docMk/>
            <pc:sldMk cId="1909375894" sldId="256"/>
            <ac:spMk id="100" creationId="{09F36B01-58AA-076E-1E9B-6370D7B3676C}"/>
          </ac:spMkLst>
        </pc:spChg>
        <pc:spChg chg="add mod">
          <ac:chgData name="Akira Terui" userId="3f83de79-c81c-43e2-ac56-bbb755c07a02" providerId="ADAL" clId="{4101542E-66A9-4306-BD0F-EFC5C6C97C63}" dt="2026-07-04T03:44:28.441" v="1261" actId="164"/>
          <ac:spMkLst>
            <pc:docMk/>
            <pc:sldMk cId="1909375894" sldId="256"/>
            <ac:spMk id="102" creationId="{A40355BE-9F27-2C96-FA23-A838F8953C20}"/>
          </ac:spMkLst>
        </pc:spChg>
        <pc:spChg chg="add mod topLvl">
          <ac:chgData name="Akira Terui" userId="3f83de79-c81c-43e2-ac56-bbb755c07a02" providerId="ADAL" clId="{4101542E-66A9-4306-BD0F-EFC5C6C97C63}" dt="2026-07-01T04:51:43.836" v="860" actId="165"/>
          <ac:spMkLst>
            <pc:docMk/>
            <pc:sldMk cId="1909375894" sldId="256"/>
            <ac:spMk id="117" creationId="{588FCE71-622F-3F6F-C25A-9965A192FEFE}"/>
          </ac:spMkLst>
        </pc:spChg>
        <pc:spChg chg="mod">
          <ac:chgData name="Akira Terui" userId="3f83de79-c81c-43e2-ac56-bbb755c07a02" providerId="ADAL" clId="{4101542E-66A9-4306-BD0F-EFC5C6C97C63}" dt="2026-07-01T04:52:34.903" v="869" actId="165"/>
          <ac:spMkLst>
            <pc:docMk/>
            <pc:sldMk cId="1909375894" sldId="256"/>
            <ac:spMk id="170" creationId="{12D78E07-180A-0BDE-35B5-F1FF61015184}"/>
          </ac:spMkLst>
        </pc:spChg>
        <pc:spChg chg="mod">
          <ac:chgData name="Akira Terui" userId="3f83de79-c81c-43e2-ac56-bbb755c07a02" providerId="ADAL" clId="{4101542E-66A9-4306-BD0F-EFC5C6C97C63}" dt="2026-07-01T04:55:33.245" v="909" actId="165"/>
          <ac:spMkLst>
            <pc:docMk/>
            <pc:sldMk cId="1909375894" sldId="256"/>
            <ac:spMk id="221" creationId="{F19D1104-4BCB-4648-EEA1-0103A908BA2E}"/>
          </ac:spMkLst>
        </pc:spChg>
        <pc:spChg chg="add mod">
          <ac:chgData name="Akira Terui" userId="3f83de79-c81c-43e2-ac56-bbb755c07a02" providerId="ADAL" clId="{4101542E-66A9-4306-BD0F-EFC5C6C97C63}" dt="2026-07-04T03:44:28.441" v="1261" actId="164"/>
          <ac:spMkLst>
            <pc:docMk/>
            <pc:sldMk cId="1909375894" sldId="256"/>
            <ac:spMk id="225" creationId="{6A0DD742-92F8-5E9B-318C-3E34F6DCB5F6}"/>
          </ac:spMkLst>
        </pc:spChg>
        <pc:spChg chg="add mod">
          <ac:chgData name="Akira Terui" userId="3f83de79-c81c-43e2-ac56-bbb755c07a02" providerId="ADAL" clId="{4101542E-66A9-4306-BD0F-EFC5C6C97C63}" dt="2026-07-04T03:44:28.441" v="1261" actId="164"/>
          <ac:spMkLst>
            <pc:docMk/>
            <pc:sldMk cId="1909375894" sldId="256"/>
            <ac:spMk id="226" creationId="{8B296F1E-38C7-CFB6-D71D-A78118F9FECC}"/>
          </ac:spMkLst>
        </pc:spChg>
        <pc:spChg chg="add mod">
          <ac:chgData name="Akira Terui" userId="3f83de79-c81c-43e2-ac56-bbb755c07a02" providerId="ADAL" clId="{4101542E-66A9-4306-BD0F-EFC5C6C97C63}" dt="2026-07-01T05:10:37.173" v="1158" actId="1036"/>
          <ac:spMkLst>
            <pc:docMk/>
            <pc:sldMk cId="1909375894" sldId="256"/>
            <ac:spMk id="234" creationId="{B18935E2-2D68-76A1-E026-161A2391F2FF}"/>
          </ac:spMkLst>
        </pc:spChg>
        <pc:spChg chg="add mod">
          <ac:chgData name="Akira Terui" userId="3f83de79-c81c-43e2-ac56-bbb755c07a02" providerId="ADAL" clId="{4101542E-66A9-4306-BD0F-EFC5C6C97C63}" dt="2026-07-04T03:44:28.441" v="1261" actId="164"/>
          <ac:spMkLst>
            <pc:docMk/>
            <pc:sldMk cId="1909375894" sldId="256"/>
            <ac:spMk id="237" creationId="{2802DC72-4FEC-D9EC-F0C8-16E725442D84}"/>
          </ac:spMkLst>
        </pc:spChg>
        <pc:grpChg chg="mod">
          <ac:chgData name="Akira Terui" userId="3f83de79-c81c-43e2-ac56-bbb755c07a02" providerId="ADAL" clId="{4101542E-66A9-4306-BD0F-EFC5C6C97C63}" dt="2026-07-04T03:40:21.600" v="1192" actId="1076"/>
          <ac:grpSpMkLst>
            <pc:docMk/>
            <pc:sldMk cId="1909375894" sldId="256"/>
            <ac:grpSpMk id="5" creationId="{0C95F35C-BD3F-8078-23A3-9ACBABA93CE1}"/>
          </ac:grpSpMkLst>
        </pc:grpChg>
        <pc:grpChg chg="mod">
          <ac:chgData name="Akira Terui" userId="3f83de79-c81c-43e2-ac56-bbb755c07a02" providerId="ADAL" clId="{4101542E-66A9-4306-BD0F-EFC5C6C97C63}" dt="2026-07-04T03:42:39.668" v="1248" actId="1036"/>
          <ac:grpSpMkLst>
            <pc:docMk/>
            <pc:sldMk cId="1909375894" sldId="256"/>
            <ac:grpSpMk id="9" creationId="{2BBCBFA6-8BA7-2035-E991-C8E4A7BAE704}"/>
          </ac:grpSpMkLst>
        </pc:grpChg>
        <pc:grpChg chg="mod">
          <ac:chgData name="Akira Terui" userId="3f83de79-c81c-43e2-ac56-bbb755c07a02" providerId="ADAL" clId="{4101542E-66A9-4306-BD0F-EFC5C6C97C63}" dt="2026-07-04T03:44:32.722" v="1263" actId="12789"/>
          <ac:grpSpMkLst>
            <pc:docMk/>
            <pc:sldMk cId="1909375894" sldId="256"/>
            <ac:grpSpMk id="14" creationId="{5DC001D1-B74D-AEF5-7CDB-A2C0CF7C7796}"/>
          </ac:grpSpMkLst>
        </pc:grpChg>
        <pc:grpChg chg="add mod topLvl">
          <ac:chgData name="Akira Terui" userId="3f83de79-c81c-43e2-ac56-bbb755c07a02" providerId="ADAL" clId="{4101542E-66A9-4306-BD0F-EFC5C6C97C63}" dt="2026-07-01T05:02:58.517" v="1008" actId="164"/>
          <ac:grpSpMkLst>
            <pc:docMk/>
            <pc:sldMk cId="1909375894" sldId="256"/>
            <ac:grpSpMk id="76" creationId="{8D2404A1-70DC-90FA-136B-CF2C44B1F4E9}"/>
          </ac:grpSpMkLst>
        </pc:grpChg>
        <pc:grpChg chg="add mod">
          <ac:chgData name="Akira Terui" userId="3f83de79-c81c-43e2-ac56-bbb755c07a02" providerId="ADAL" clId="{4101542E-66A9-4306-BD0F-EFC5C6C97C63}" dt="2026-07-01T04:07:50.253" v="332" actId="164"/>
          <ac:grpSpMkLst>
            <pc:docMk/>
            <pc:sldMk cId="1909375894" sldId="256"/>
            <ac:grpSpMk id="78" creationId="{C1A42754-5114-F213-BD3F-5B9C5617CBAA}"/>
          </ac:grpSpMkLst>
        </pc:grpChg>
        <pc:grpChg chg="add mod">
          <ac:chgData name="Akira Terui" userId="3f83de79-c81c-43e2-ac56-bbb755c07a02" providerId="ADAL" clId="{4101542E-66A9-4306-BD0F-EFC5C6C97C63}" dt="2026-07-01T04:07:50.253" v="332" actId="164"/>
          <ac:grpSpMkLst>
            <pc:docMk/>
            <pc:sldMk cId="1909375894" sldId="256"/>
            <ac:grpSpMk id="87" creationId="{67E1ADB9-1500-F323-0432-2873ED218EE6}"/>
          </ac:grpSpMkLst>
        </pc:grpChg>
        <pc:grpChg chg="add mod">
          <ac:chgData name="Akira Terui" userId="3f83de79-c81c-43e2-ac56-bbb755c07a02" providerId="ADAL" clId="{4101542E-66A9-4306-BD0F-EFC5C6C97C63}" dt="2026-07-01T05:03:04.929" v="1010" actId="555"/>
          <ac:grpSpMkLst>
            <pc:docMk/>
            <pc:sldMk cId="1909375894" sldId="256"/>
            <ac:grpSpMk id="88" creationId="{1BE98CD2-07EF-6230-AD0E-4407E64B4219}"/>
          </ac:grpSpMkLst>
        </pc:grpChg>
        <pc:grpChg chg="add mod topLvl">
          <ac:chgData name="Akira Terui" userId="3f83de79-c81c-43e2-ac56-bbb755c07a02" providerId="ADAL" clId="{4101542E-66A9-4306-BD0F-EFC5C6C97C63}" dt="2026-07-01T05:02:58.517" v="1008" actId="164"/>
          <ac:grpSpMkLst>
            <pc:docMk/>
            <pc:sldMk cId="1909375894" sldId="256"/>
            <ac:grpSpMk id="89" creationId="{261444A3-EBC2-A531-7270-BCF228B2F151}"/>
          </ac:grpSpMkLst>
        </pc:grpChg>
        <pc:grpChg chg="add mod topLvl">
          <ac:chgData name="Akira Terui" userId="3f83de79-c81c-43e2-ac56-bbb755c07a02" providerId="ADAL" clId="{4101542E-66A9-4306-BD0F-EFC5C6C97C63}" dt="2026-07-01T05:02:58.517" v="1008" actId="164"/>
          <ac:grpSpMkLst>
            <pc:docMk/>
            <pc:sldMk cId="1909375894" sldId="256"/>
            <ac:grpSpMk id="90" creationId="{52ABF4AB-8DA1-DF6C-56C5-B187C531ECAE}"/>
          </ac:grpSpMkLst>
        </pc:grpChg>
        <pc:grpChg chg="add mod topLvl">
          <ac:chgData name="Akira Terui" userId="3f83de79-c81c-43e2-ac56-bbb755c07a02" providerId="ADAL" clId="{4101542E-66A9-4306-BD0F-EFC5C6C97C63}" dt="2026-07-01T05:02:58.517" v="1008" actId="164"/>
          <ac:grpSpMkLst>
            <pc:docMk/>
            <pc:sldMk cId="1909375894" sldId="256"/>
            <ac:grpSpMk id="91" creationId="{43E49B26-9626-8772-C535-9529A672E826}"/>
          </ac:grpSpMkLst>
        </pc:grpChg>
        <pc:grpChg chg="add mod topLvl">
          <ac:chgData name="Akira Terui" userId="3f83de79-c81c-43e2-ac56-bbb755c07a02" providerId="ADAL" clId="{4101542E-66A9-4306-BD0F-EFC5C6C97C63}" dt="2026-07-01T04:52:17.388" v="863" actId="164"/>
          <ac:grpSpMkLst>
            <pc:docMk/>
            <pc:sldMk cId="1909375894" sldId="256"/>
            <ac:grpSpMk id="120" creationId="{5B0CACF9-CFC7-400A-4967-A898C6E16668}"/>
          </ac:grpSpMkLst>
        </pc:grpChg>
        <pc:grpChg chg="add mod">
          <ac:chgData name="Akira Terui" userId="3f83de79-c81c-43e2-ac56-bbb755c07a02" providerId="ADAL" clId="{4101542E-66A9-4306-BD0F-EFC5C6C97C63}" dt="2026-07-01T04:52:17.388" v="863" actId="164"/>
          <ac:grpSpMkLst>
            <pc:docMk/>
            <pc:sldMk cId="1909375894" sldId="256"/>
            <ac:grpSpMk id="138" creationId="{68177AF4-4668-5FBF-F1FD-1014F15C3460}"/>
          </ac:grpSpMkLst>
        </pc:grpChg>
        <pc:grpChg chg="add mod">
          <ac:chgData name="Akira Terui" userId="3f83de79-c81c-43e2-ac56-bbb755c07a02" providerId="ADAL" clId="{4101542E-66A9-4306-BD0F-EFC5C6C97C63}" dt="2026-07-01T04:52:17.388" v="863" actId="164"/>
          <ac:grpSpMkLst>
            <pc:docMk/>
            <pc:sldMk cId="1909375894" sldId="256"/>
            <ac:grpSpMk id="139" creationId="{A141EAA3-E2CC-F50F-9C06-91AC7D84E175}"/>
          </ac:grpSpMkLst>
        </pc:grpChg>
        <pc:grpChg chg="add mod">
          <ac:chgData name="Akira Terui" userId="3f83de79-c81c-43e2-ac56-bbb755c07a02" providerId="ADAL" clId="{4101542E-66A9-4306-BD0F-EFC5C6C97C63}" dt="2026-07-01T04:52:17.388" v="863" actId="164"/>
          <ac:grpSpMkLst>
            <pc:docMk/>
            <pc:sldMk cId="1909375894" sldId="256"/>
            <ac:grpSpMk id="140" creationId="{5E0903A6-C5D4-716D-DD7C-23E94F39EAB8}"/>
          </ac:grpSpMkLst>
        </pc:grpChg>
        <pc:grpChg chg="add mod">
          <ac:chgData name="Akira Terui" userId="3f83de79-c81c-43e2-ac56-bbb755c07a02" providerId="ADAL" clId="{4101542E-66A9-4306-BD0F-EFC5C6C97C63}" dt="2026-07-01T04:52:17.388" v="863" actId="164"/>
          <ac:grpSpMkLst>
            <pc:docMk/>
            <pc:sldMk cId="1909375894" sldId="256"/>
            <ac:grpSpMk id="141" creationId="{46E29F9C-FB19-88A9-5029-BB65FC03429F}"/>
          </ac:grpSpMkLst>
        </pc:grpChg>
        <pc:grpChg chg="add mod">
          <ac:chgData name="Akira Terui" userId="3f83de79-c81c-43e2-ac56-bbb755c07a02" providerId="ADAL" clId="{4101542E-66A9-4306-BD0F-EFC5C6C97C63}" dt="2026-07-01T04:52:17.388" v="863" actId="164"/>
          <ac:grpSpMkLst>
            <pc:docMk/>
            <pc:sldMk cId="1909375894" sldId="256"/>
            <ac:grpSpMk id="142" creationId="{E98F9A6A-FEC8-72BF-2BC0-5181D81E0B33}"/>
          </ac:grpSpMkLst>
        </pc:grpChg>
        <pc:grpChg chg="add mod">
          <ac:chgData name="Akira Terui" userId="3f83de79-c81c-43e2-ac56-bbb755c07a02" providerId="ADAL" clId="{4101542E-66A9-4306-BD0F-EFC5C6C97C63}" dt="2026-07-01T04:52:17.388" v="863" actId="164"/>
          <ac:grpSpMkLst>
            <pc:docMk/>
            <pc:sldMk cId="1909375894" sldId="256"/>
            <ac:grpSpMk id="143" creationId="{9310219E-52BD-2C02-3AA9-FA6106DA313C}"/>
          </ac:grpSpMkLst>
        </pc:grpChg>
        <pc:grpChg chg="add mod">
          <ac:chgData name="Akira Terui" userId="3f83de79-c81c-43e2-ac56-bbb755c07a02" providerId="ADAL" clId="{4101542E-66A9-4306-BD0F-EFC5C6C97C63}" dt="2026-07-01T05:04:37.816" v="1036" actId="555"/>
          <ac:grpSpMkLst>
            <pc:docMk/>
            <pc:sldMk cId="1909375894" sldId="256"/>
            <ac:grpSpMk id="145" creationId="{C58A03FD-0B11-05C3-025C-221316D8FB0D}"/>
          </ac:grpSpMkLst>
        </pc:grpChg>
        <pc:grpChg chg="mod topLvl">
          <ac:chgData name="Akira Terui" userId="3f83de79-c81c-43e2-ac56-bbb755c07a02" providerId="ADAL" clId="{4101542E-66A9-4306-BD0F-EFC5C6C97C63}" dt="2026-07-01T04:54:47.679" v="904" actId="164"/>
          <ac:grpSpMkLst>
            <pc:docMk/>
            <pc:sldMk cId="1909375894" sldId="256"/>
            <ac:grpSpMk id="147" creationId="{85FC2F72-4C1F-E8E1-55A1-F571E245583E}"/>
          </ac:grpSpMkLst>
        </pc:grpChg>
        <pc:grpChg chg="mod topLvl">
          <ac:chgData name="Akira Terui" userId="3f83de79-c81c-43e2-ac56-bbb755c07a02" providerId="ADAL" clId="{4101542E-66A9-4306-BD0F-EFC5C6C97C63}" dt="2026-07-01T04:54:47.679" v="904" actId="164"/>
          <ac:grpSpMkLst>
            <pc:docMk/>
            <pc:sldMk cId="1909375894" sldId="256"/>
            <ac:grpSpMk id="150" creationId="{BC008A0F-C5C2-96E8-DF65-E7BF56E1502E}"/>
          </ac:grpSpMkLst>
        </pc:grpChg>
        <pc:grpChg chg="mod topLvl">
          <ac:chgData name="Akira Terui" userId="3f83de79-c81c-43e2-ac56-bbb755c07a02" providerId="ADAL" clId="{4101542E-66A9-4306-BD0F-EFC5C6C97C63}" dt="2026-07-01T04:54:47.679" v="904" actId="164"/>
          <ac:grpSpMkLst>
            <pc:docMk/>
            <pc:sldMk cId="1909375894" sldId="256"/>
            <ac:grpSpMk id="151" creationId="{6298C513-7361-2D22-1C63-5E6BD4449187}"/>
          </ac:grpSpMkLst>
        </pc:grpChg>
        <pc:grpChg chg="mod topLvl">
          <ac:chgData name="Akira Terui" userId="3f83de79-c81c-43e2-ac56-bbb755c07a02" providerId="ADAL" clId="{4101542E-66A9-4306-BD0F-EFC5C6C97C63}" dt="2026-07-01T04:54:47.679" v="904" actId="164"/>
          <ac:grpSpMkLst>
            <pc:docMk/>
            <pc:sldMk cId="1909375894" sldId="256"/>
            <ac:grpSpMk id="152" creationId="{459A0C76-4AB0-C134-3834-6214D6607CA1}"/>
          </ac:grpSpMkLst>
        </pc:grpChg>
        <pc:grpChg chg="mod topLvl">
          <ac:chgData name="Akira Terui" userId="3f83de79-c81c-43e2-ac56-bbb755c07a02" providerId="ADAL" clId="{4101542E-66A9-4306-BD0F-EFC5C6C97C63}" dt="2026-07-01T04:54:47.679" v="904" actId="164"/>
          <ac:grpSpMkLst>
            <pc:docMk/>
            <pc:sldMk cId="1909375894" sldId="256"/>
            <ac:grpSpMk id="153" creationId="{BFC89817-B01F-C77A-4C3C-94B9191CE96F}"/>
          </ac:grpSpMkLst>
        </pc:grpChg>
        <pc:grpChg chg="mod topLvl">
          <ac:chgData name="Akira Terui" userId="3f83de79-c81c-43e2-ac56-bbb755c07a02" providerId="ADAL" clId="{4101542E-66A9-4306-BD0F-EFC5C6C97C63}" dt="2026-07-01T04:54:47.679" v="904" actId="164"/>
          <ac:grpSpMkLst>
            <pc:docMk/>
            <pc:sldMk cId="1909375894" sldId="256"/>
            <ac:grpSpMk id="154" creationId="{C4B8A897-7DA7-AD6F-9DD6-EC9DDCC245F5}"/>
          </ac:grpSpMkLst>
        </pc:grpChg>
        <pc:grpChg chg="mod topLvl">
          <ac:chgData name="Akira Terui" userId="3f83de79-c81c-43e2-ac56-bbb755c07a02" providerId="ADAL" clId="{4101542E-66A9-4306-BD0F-EFC5C6C97C63}" dt="2026-07-01T04:54:47.679" v="904" actId="164"/>
          <ac:grpSpMkLst>
            <pc:docMk/>
            <pc:sldMk cId="1909375894" sldId="256"/>
            <ac:grpSpMk id="155" creationId="{DBCC3596-5710-8A7C-21DC-0B8B78C2D5D4}"/>
          </ac:grpSpMkLst>
        </pc:grpChg>
        <pc:grpChg chg="add mod">
          <ac:chgData name="Akira Terui" userId="3f83de79-c81c-43e2-ac56-bbb755c07a02" providerId="ADAL" clId="{4101542E-66A9-4306-BD0F-EFC5C6C97C63}" dt="2026-07-01T05:04:37.816" v="1036" actId="555"/>
          <ac:grpSpMkLst>
            <pc:docMk/>
            <pc:sldMk cId="1909375894" sldId="256"/>
            <ac:grpSpMk id="196" creationId="{0C5C5671-40B4-B784-1860-15A1B5F65063}"/>
          </ac:grpSpMkLst>
        </pc:grpChg>
        <pc:grpChg chg="mod topLvl">
          <ac:chgData name="Akira Terui" userId="3f83de79-c81c-43e2-ac56-bbb755c07a02" providerId="ADAL" clId="{4101542E-66A9-4306-BD0F-EFC5C6C97C63}" dt="2026-07-01T05:00:50.363" v="945" actId="164"/>
          <ac:grpSpMkLst>
            <pc:docMk/>
            <pc:sldMk cId="1909375894" sldId="256"/>
            <ac:grpSpMk id="198" creationId="{B3172196-C914-7F10-9DC0-F0AA95B74AB9}"/>
          </ac:grpSpMkLst>
        </pc:grpChg>
        <pc:grpChg chg="mod topLvl">
          <ac:chgData name="Akira Terui" userId="3f83de79-c81c-43e2-ac56-bbb755c07a02" providerId="ADAL" clId="{4101542E-66A9-4306-BD0F-EFC5C6C97C63}" dt="2026-07-01T05:00:50.363" v="945" actId="164"/>
          <ac:grpSpMkLst>
            <pc:docMk/>
            <pc:sldMk cId="1909375894" sldId="256"/>
            <ac:grpSpMk id="201" creationId="{CEB698C7-622B-A2B9-2CCA-DAAB9AD6AFFC}"/>
          </ac:grpSpMkLst>
        </pc:grpChg>
        <pc:grpChg chg="mod topLvl">
          <ac:chgData name="Akira Terui" userId="3f83de79-c81c-43e2-ac56-bbb755c07a02" providerId="ADAL" clId="{4101542E-66A9-4306-BD0F-EFC5C6C97C63}" dt="2026-07-01T05:00:50.363" v="945" actId="164"/>
          <ac:grpSpMkLst>
            <pc:docMk/>
            <pc:sldMk cId="1909375894" sldId="256"/>
            <ac:grpSpMk id="202" creationId="{CD4802FC-35CF-ABDD-2D90-64B9CFFEEB8A}"/>
          </ac:grpSpMkLst>
        </pc:grpChg>
        <pc:grpChg chg="mod topLvl">
          <ac:chgData name="Akira Terui" userId="3f83de79-c81c-43e2-ac56-bbb755c07a02" providerId="ADAL" clId="{4101542E-66A9-4306-BD0F-EFC5C6C97C63}" dt="2026-07-01T05:00:50.363" v="945" actId="164"/>
          <ac:grpSpMkLst>
            <pc:docMk/>
            <pc:sldMk cId="1909375894" sldId="256"/>
            <ac:grpSpMk id="203" creationId="{8FE61543-14D8-17C9-964E-2D498CB7AFE5}"/>
          </ac:grpSpMkLst>
        </pc:grpChg>
        <pc:grpChg chg="mod topLvl">
          <ac:chgData name="Akira Terui" userId="3f83de79-c81c-43e2-ac56-bbb755c07a02" providerId="ADAL" clId="{4101542E-66A9-4306-BD0F-EFC5C6C97C63}" dt="2026-07-01T05:00:50.363" v="945" actId="164"/>
          <ac:grpSpMkLst>
            <pc:docMk/>
            <pc:sldMk cId="1909375894" sldId="256"/>
            <ac:grpSpMk id="204" creationId="{C376DAFB-0B3D-E5D1-F896-A5D815A9774D}"/>
          </ac:grpSpMkLst>
        </pc:grpChg>
        <pc:grpChg chg="mod topLvl">
          <ac:chgData name="Akira Terui" userId="3f83de79-c81c-43e2-ac56-bbb755c07a02" providerId="ADAL" clId="{4101542E-66A9-4306-BD0F-EFC5C6C97C63}" dt="2026-07-01T05:00:50.363" v="945" actId="164"/>
          <ac:grpSpMkLst>
            <pc:docMk/>
            <pc:sldMk cId="1909375894" sldId="256"/>
            <ac:grpSpMk id="205" creationId="{D5130176-449B-7098-FBAA-70A2F5E0A1CE}"/>
          </ac:grpSpMkLst>
        </pc:grpChg>
        <pc:grpChg chg="mod topLvl">
          <ac:chgData name="Akira Terui" userId="3f83de79-c81c-43e2-ac56-bbb755c07a02" providerId="ADAL" clId="{4101542E-66A9-4306-BD0F-EFC5C6C97C63}" dt="2026-07-01T05:00:50.363" v="945" actId="164"/>
          <ac:grpSpMkLst>
            <pc:docMk/>
            <pc:sldMk cId="1909375894" sldId="256"/>
            <ac:grpSpMk id="206" creationId="{C4FF9A52-3AEB-B643-3B94-17801134BDFD}"/>
          </ac:grpSpMkLst>
        </pc:grpChg>
        <pc:grpChg chg="add mod">
          <ac:chgData name="Akira Terui" userId="3f83de79-c81c-43e2-ac56-bbb755c07a02" providerId="ADAL" clId="{4101542E-66A9-4306-BD0F-EFC5C6C97C63}" dt="2026-07-01T05:04:37.816" v="1036" actId="555"/>
          <ac:grpSpMkLst>
            <pc:docMk/>
            <pc:sldMk cId="1909375894" sldId="256"/>
            <ac:grpSpMk id="223" creationId="{1D6547B1-30AD-DD80-89D7-CAFC87142F3C}"/>
          </ac:grpSpMkLst>
        </pc:grpChg>
        <pc:grpChg chg="add mod">
          <ac:chgData name="Akira Terui" userId="3f83de79-c81c-43e2-ac56-bbb755c07a02" providerId="ADAL" clId="{4101542E-66A9-4306-BD0F-EFC5C6C97C63}" dt="2026-07-01T05:03:04.929" v="1010" actId="555"/>
          <ac:grpSpMkLst>
            <pc:docMk/>
            <pc:sldMk cId="1909375894" sldId="256"/>
            <ac:grpSpMk id="224" creationId="{DA4EF7C0-BC2B-AA97-2948-A9DCA9597A93}"/>
          </ac:grpSpMkLst>
        </pc:grpChg>
        <pc:cxnChg chg="mod topLvl">
          <ac:chgData name="Akira Terui" userId="3f83de79-c81c-43e2-ac56-bbb755c07a02" providerId="ADAL" clId="{4101542E-66A9-4306-BD0F-EFC5C6C97C63}" dt="2026-07-01T04:21:47.999" v="574" actId="1038"/>
          <ac:cxnSpMkLst>
            <pc:docMk/>
            <pc:sldMk cId="1909375894" sldId="256"/>
            <ac:cxnSpMk id="2" creationId="{B690DAD5-CD93-080F-3E67-06074C9575B7}"/>
          </ac:cxnSpMkLst>
        </pc:cxnChg>
        <pc:cxnChg chg="mod topLvl">
          <ac:chgData name="Akira Terui" userId="3f83de79-c81c-43e2-ac56-bbb755c07a02" providerId="ADAL" clId="{4101542E-66A9-4306-BD0F-EFC5C6C97C63}" dt="2026-07-01T04:21:41.301" v="572" actId="1038"/>
          <ac:cxnSpMkLst>
            <pc:docMk/>
            <pc:sldMk cId="1909375894" sldId="256"/>
            <ac:cxnSpMk id="3" creationId="{281429DA-5478-13FC-8DB1-16499F3A6A00}"/>
          </ac:cxnSpMkLst>
        </pc:cxnChg>
        <pc:cxnChg chg="mod topLvl">
          <ac:chgData name="Akira Terui" userId="3f83de79-c81c-43e2-ac56-bbb755c07a02" providerId="ADAL" clId="{4101542E-66A9-4306-BD0F-EFC5C6C97C63}" dt="2026-07-01T04:21:06.636" v="563" actId="164"/>
          <ac:cxnSpMkLst>
            <pc:docMk/>
            <pc:sldMk cId="1909375894" sldId="256"/>
            <ac:cxnSpMk id="4" creationId="{5FA2AAD8-97F4-6EE3-7068-26C7DD4550D1}"/>
          </ac:cxnSpMkLst>
        </pc:cxnChg>
        <pc:cxnChg chg="mod topLvl">
          <ac:chgData name="Akira Terui" userId="3f83de79-c81c-43e2-ac56-bbb755c07a02" providerId="ADAL" clId="{4101542E-66A9-4306-BD0F-EFC5C6C97C63}" dt="2026-07-01T04:21:06.636" v="563" actId="164"/>
          <ac:cxnSpMkLst>
            <pc:docMk/>
            <pc:sldMk cId="1909375894" sldId="256"/>
            <ac:cxnSpMk id="10" creationId="{4AAA572F-D56C-976D-331E-8CDBDBB92916}"/>
          </ac:cxnSpMkLst>
        </pc:cxnChg>
        <pc:cxnChg chg="mod topLvl">
          <ac:chgData name="Akira Terui" userId="3f83de79-c81c-43e2-ac56-bbb755c07a02" providerId="ADAL" clId="{4101542E-66A9-4306-BD0F-EFC5C6C97C63}" dt="2026-07-01T04:21:47.999" v="574" actId="1038"/>
          <ac:cxnSpMkLst>
            <pc:docMk/>
            <pc:sldMk cId="1909375894" sldId="256"/>
            <ac:cxnSpMk id="11" creationId="{EEABDF57-6A95-B86D-6E28-ED11089AD062}"/>
          </ac:cxnSpMkLst>
        </pc:cxnChg>
        <pc:cxnChg chg="mod topLvl">
          <ac:chgData name="Akira Terui" userId="3f83de79-c81c-43e2-ac56-bbb755c07a02" providerId="ADAL" clId="{4101542E-66A9-4306-BD0F-EFC5C6C97C63}" dt="2026-07-01T04:21:41.301" v="572" actId="1038"/>
          <ac:cxnSpMkLst>
            <pc:docMk/>
            <pc:sldMk cId="1909375894" sldId="256"/>
            <ac:cxnSpMk id="12" creationId="{05A9E7E3-F772-6CF5-BEAE-BC6D5F2A59F0}"/>
          </ac:cxnSpMkLst>
        </pc:cxnChg>
        <pc:cxnChg chg="mod">
          <ac:chgData name="Akira Terui" userId="3f83de79-c81c-43e2-ac56-bbb755c07a02" providerId="ADAL" clId="{4101542E-66A9-4306-BD0F-EFC5C6C97C63}" dt="2026-07-04T03:39:48.885" v="1189" actId="14100"/>
          <ac:cxnSpMkLst>
            <pc:docMk/>
            <pc:sldMk cId="1909375894" sldId="256"/>
            <ac:cxnSpMk id="21" creationId="{4CD9063B-CDB7-A6B7-1561-ED6D450C6AC7}"/>
          </ac:cxnSpMkLst>
        </pc:cxnChg>
        <pc:cxnChg chg="mod topLvl">
          <ac:chgData name="Akira Terui" userId="3f83de79-c81c-43e2-ac56-bbb755c07a02" providerId="ADAL" clId="{4101542E-66A9-4306-BD0F-EFC5C6C97C63}" dt="2026-07-01T05:00:31.152" v="941" actId="692"/>
          <ac:cxnSpMkLst>
            <pc:docMk/>
            <pc:sldMk cId="1909375894" sldId="256"/>
            <ac:cxnSpMk id="44" creationId="{C27AC35A-0DA4-6497-ECB1-31480FC291B5}"/>
          </ac:cxnSpMkLst>
        </pc:cxnChg>
        <pc:cxnChg chg="mod topLvl">
          <ac:chgData name="Akira Terui" userId="3f83de79-c81c-43e2-ac56-bbb755c07a02" providerId="ADAL" clId="{4101542E-66A9-4306-BD0F-EFC5C6C97C63}" dt="2026-07-01T05:01:30.423" v="949" actId="165"/>
          <ac:cxnSpMkLst>
            <pc:docMk/>
            <pc:sldMk cId="1909375894" sldId="256"/>
            <ac:cxnSpMk id="46" creationId="{6E5E9412-6260-3837-0E1C-AE1C6617EDDD}"/>
          </ac:cxnSpMkLst>
        </pc:cxnChg>
        <pc:cxnChg chg="mod topLvl">
          <ac:chgData name="Akira Terui" userId="3f83de79-c81c-43e2-ac56-bbb755c07a02" providerId="ADAL" clId="{4101542E-66A9-4306-BD0F-EFC5C6C97C63}" dt="2026-07-01T04:33:29.465" v="699" actId="1076"/>
          <ac:cxnSpMkLst>
            <pc:docMk/>
            <pc:sldMk cId="1909375894" sldId="256"/>
            <ac:cxnSpMk id="47" creationId="{A10097FB-5F79-A12F-C81F-1623D0E33003}"/>
          </ac:cxnSpMkLst>
        </pc:cxnChg>
        <pc:cxnChg chg="mod topLvl">
          <ac:chgData name="Akira Terui" userId="3f83de79-c81c-43e2-ac56-bbb755c07a02" providerId="ADAL" clId="{4101542E-66A9-4306-BD0F-EFC5C6C97C63}" dt="2026-07-01T05:01:30.423" v="949" actId="165"/>
          <ac:cxnSpMkLst>
            <pc:docMk/>
            <pc:sldMk cId="1909375894" sldId="256"/>
            <ac:cxnSpMk id="56" creationId="{C92EBED7-DD92-83F3-5B05-20E57C7D5C98}"/>
          </ac:cxnSpMkLst>
        </pc:cxnChg>
        <pc:cxnChg chg="add mod">
          <ac:chgData name="Akira Terui" userId="3f83de79-c81c-43e2-ac56-bbb755c07a02" providerId="ADAL" clId="{4101542E-66A9-4306-BD0F-EFC5C6C97C63}" dt="2026-07-01T05:01:30.423" v="949" actId="165"/>
          <ac:cxnSpMkLst>
            <pc:docMk/>
            <pc:sldMk cId="1909375894" sldId="256"/>
            <ac:cxnSpMk id="60" creationId="{FAC712F8-DB71-9ACD-CA43-C2CF7CBD4992}"/>
          </ac:cxnSpMkLst>
        </pc:cxnChg>
        <pc:cxnChg chg="add mod">
          <ac:chgData name="Akira Terui" userId="3f83de79-c81c-43e2-ac56-bbb755c07a02" providerId="ADAL" clId="{4101542E-66A9-4306-BD0F-EFC5C6C97C63}" dt="2026-07-01T04:33:02.683" v="692" actId="692"/>
          <ac:cxnSpMkLst>
            <pc:docMk/>
            <pc:sldMk cId="1909375894" sldId="256"/>
            <ac:cxnSpMk id="61" creationId="{F387CDDF-A3E7-7378-9675-868C9C8577BD}"/>
          </ac:cxnSpMkLst>
        </pc:cxnChg>
        <pc:cxnChg chg="add mod">
          <ac:chgData name="Akira Terui" userId="3f83de79-c81c-43e2-ac56-bbb755c07a02" providerId="ADAL" clId="{4101542E-66A9-4306-BD0F-EFC5C6C97C63}" dt="2026-07-01T04:34:13.020" v="708" actId="1035"/>
          <ac:cxnSpMkLst>
            <pc:docMk/>
            <pc:sldMk cId="1909375894" sldId="256"/>
            <ac:cxnSpMk id="64" creationId="{558014BA-16DF-9196-F12B-3585ADF7D3D8}"/>
          </ac:cxnSpMkLst>
        </pc:cxnChg>
        <pc:cxnChg chg="add mod">
          <ac:chgData name="Akira Terui" userId="3f83de79-c81c-43e2-ac56-bbb755c07a02" providerId="ADAL" clId="{4101542E-66A9-4306-BD0F-EFC5C6C97C63}" dt="2026-07-01T04:32:50.678" v="691" actId="692"/>
          <ac:cxnSpMkLst>
            <pc:docMk/>
            <pc:sldMk cId="1909375894" sldId="256"/>
            <ac:cxnSpMk id="65" creationId="{CE68C199-903D-85ED-A0FF-9AD523F24C49}"/>
          </ac:cxnSpMkLst>
        </pc:cxnChg>
        <pc:cxnChg chg="add mod">
          <ac:chgData name="Akira Terui" userId="3f83de79-c81c-43e2-ac56-bbb755c07a02" providerId="ADAL" clId="{4101542E-66A9-4306-BD0F-EFC5C6C97C63}" dt="2026-07-01T05:01:30.423" v="949" actId="165"/>
          <ac:cxnSpMkLst>
            <pc:docMk/>
            <pc:sldMk cId="1909375894" sldId="256"/>
            <ac:cxnSpMk id="68" creationId="{52D23B09-9E3B-7872-E72C-FF835206FB61}"/>
          </ac:cxnSpMkLst>
        </pc:cxnChg>
        <pc:cxnChg chg="add mod">
          <ac:chgData name="Akira Terui" userId="3f83de79-c81c-43e2-ac56-bbb755c07a02" providerId="ADAL" clId="{4101542E-66A9-4306-BD0F-EFC5C6C97C63}" dt="2026-07-01T04:32:36.721" v="689" actId="692"/>
          <ac:cxnSpMkLst>
            <pc:docMk/>
            <pc:sldMk cId="1909375894" sldId="256"/>
            <ac:cxnSpMk id="77" creationId="{474FEA00-0E5C-A0BC-4EA2-51F88887D972}"/>
          </ac:cxnSpMkLst>
        </pc:cxnChg>
        <pc:cxnChg chg="mod">
          <ac:chgData name="Akira Terui" userId="3f83de79-c81c-43e2-ac56-bbb755c07a02" providerId="ADAL" clId="{4101542E-66A9-4306-BD0F-EFC5C6C97C63}" dt="2026-07-01T04:32:36.721" v="689" actId="692"/>
          <ac:cxnSpMkLst>
            <pc:docMk/>
            <pc:sldMk cId="1909375894" sldId="256"/>
            <ac:cxnSpMk id="79" creationId="{8F50E76C-D2FD-70DE-B66E-1894A380B0B5}"/>
          </ac:cxnSpMkLst>
        </pc:cxnChg>
        <pc:cxnChg chg="mod">
          <ac:chgData name="Akira Terui" userId="3f83de79-c81c-43e2-ac56-bbb755c07a02" providerId="ADAL" clId="{4101542E-66A9-4306-BD0F-EFC5C6C97C63}" dt="2026-07-01T05:00:43.924" v="944" actId="692"/>
          <ac:cxnSpMkLst>
            <pc:docMk/>
            <pc:sldMk cId="1909375894" sldId="256"/>
            <ac:cxnSpMk id="80" creationId="{E2B77087-CD99-3BBF-7A4C-F3C6BADF291E}"/>
          </ac:cxnSpMkLst>
        </pc:cxnChg>
        <pc:cxnChg chg="add mod">
          <ac:chgData name="Akira Terui" userId="3f83de79-c81c-43e2-ac56-bbb755c07a02" providerId="ADAL" clId="{4101542E-66A9-4306-BD0F-EFC5C6C97C63}" dt="2026-07-01T04:32:36.721" v="689" actId="692"/>
          <ac:cxnSpMkLst>
            <pc:docMk/>
            <pc:sldMk cId="1909375894" sldId="256"/>
            <ac:cxnSpMk id="82" creationId="{7C4A232D-A12B-0D80-D1E2-6A25F8E27A5F}"/>
          </ac:cxnSpMkLst>
        </pc:cxnChg>
        <pc:cxnChg chg="add mod">
          <ac:chgData name="Akira Terui" userId="3f83de79-c81c-43e2-ac56-bbb755c07a02" providerId="ADAL" clId="{4101542E-66A9-4306-BD0F-EFC5C6C97C63}" dt="2026-07-01T04:32:36.721" v="689" actId="692"/>
          <ac:cxnSpMkLst>
            <pc:docMk/>
            <pc:sldMk cId="1909375894" sldId="256"/>
            <ac:cxnSpMk id="83" creationId="{067EC62E-6A82-2AF2-F322-89FC7BA6E500}"/>
          </ac:cxnSpMkLst>
        </pc:cxnChg>
        <pc:cxnChg chg="add mod">
          <ac:chgData name="Akira Terui" userId="3f83de79-c81c-43e2-ac56-bbb755c07a02" providerId="ADAL" clId="{4101542E-66A9-4306-BD0F-EFC5C6C97C63}" dt="2026-07-01T04:32:36.721" v="689" actId="692"/>
          <ac:cxnSpMkLst>
            <pc:docMk/>
            <pc:sldMk cId="1909375894" sldId="256"/>
            <ac:cxnSpMk id="84" creationId="{1D4FE0F3-2F03-40D9-6E35-60A316FB9678}"/>
          </ac:cxnSpMkLst>
        </pc:cxnChg>
        <pc:cxnChg chg="add mod">
          <ac:chgData name="Akira Terui" userId="3f83de79-c81c-43e2-ac56-bbb755c07a02" providerId="ADAL" clId="{4101542E-66A9-4306-BD0F-EFC5C6C97C63}" dt="2026-07-01T04:32:36.721" v="689" actId="692"/>
          <ac:cxnSpMkLst>
            <pc:docMk/>
            <pc:sldMk cId="1909375894" sldId="256"/>
            <ac:cxnSpMk id="85" creationId="{8C42EDF2-9655-1783-5BFD-19620A32ED51}"/>
          </ac:cxnSpMkLst>
        </pc:cxnChg>
        <pc:cxnChg chg="add mod">
          <ac:chgData name="Akira Terui" userId="3f83de79-c81c-43e2-ac56-bbb755c07a02" providerId="ADAL" clId="{4101542E-66A9-4306-BD0F-EFC5C6C97C63}" dt="2026-07-01T04:32:36.721" v="689" actId="692"/>
          <ac:cxnSpMkLst>
            <pc:docMk/>
            <pc:sldMk cId="1909375894" sldId="256"/>
            <ac:cxnSpMk id="86" creationId="{BC829004-1F28-C6E1-882E-9C129D2C5CC6}"/>
          </ac:cxnSpMkLst>
        </pc:cxnChg>
        <pc:cxnChg chg="mod">
          <ac:chgData name="Akira Terui" userId="3f83de79-c81c-43e2-ac56-bbb755c07a02" providerId="ADAL" clId="{4101542E-66A9-4306-BD0F-EFC5C6C97C63}" dt="2026-07-04T03:40:21.600" v="1192" actId="1076"/>
          <ac:cxnSpMkLst>
            <pc:docMk/>
            <pc:sldMk cId="1909375894" sldId="256"/>
            <ac:cxnSpMk id="99" creationId="{D9B1EF40-00C5-1819-BCA5-EFD36F949E06}"/>
          </ac:cxnSpMkLst>
        </pc:cxnChg>
        <pc:cxnChg chg="add mod topLvl">
          <ac:chgData name="Akira Terui" userId="3f83de79-c81c-43e2-ac56-bbb755c07a02" providerId="ADAL" clId="{4101542E-66A9-4306-BD0F-EFC5C6C97C63}" dt="2026-07-01T04:51:43.836" v="860" actId="165"/>
          <ac:cxnSpMkLst>
            <pc:docMk/>
            <pc:sldMk cId="1909375894" sldId="256"/>
            <ac:cxnSpMk id="115" creationId="{77CFD6DA-EA74-4D78-A476-61C01AC7E1CA}"/>
          </ac:cxnSpMkLst>
        </pc:cxnChg>
        <pc:cxnChg chg="add mod topLvl">
          <ac:chgData name="Akira Terui" userId="3f83de79-c81c-43e2-ac56-bbb755c07a02" providerId="ADAL" clId="{4101542E-66A9-4306-BD0F-EFC5C6C97C63}" dt="2026-07-01T05:00:22.377" v="940" actId="692"/>
          <ac:cxnSpMkLst>
            <pc:docMk/>
            <pc:sldMk cId="1909375894" sldId="256"/>
            <ac:cxnSpMk id="116" creationId="{86924AAB-9F30-B3C7-888C-64F607C60F97}"/>
          </ac:cxnSpMkLst>
        </pc:cxnChg>
        <pc:cxnChg chg="add mod topLvl">
          <ac:chgData name="Akira Terui" userId="3f83de79-c81c-43e2-ac56-bbb755c07a02" providerId="ADAL" clId="{4101542E-66A9-4306-BD0F-EFC5C6C97C63}" dt="2026-07-01T05:00:22.377" v="940" actId="692"/>
          <ac:cxnSpMkLst>
            <pc:docMk/>
            <pc:sldMk cId="1909375894" sldId="256"/>
            <ac:cxnSpMk id="121" creationId="{E6F91B87-01AA-BCD2-5332-7DB2BEC97424}"/>
          </ac:cxnSpMkLst>
        </pc:cxnChg>
        <pc:cxnChg chg="add mod topLvl">
          <ac:chgData name="Akira Terui" userId="3f83de79-c81c-43e2-ac56-bbb755c07a02" providerId="ADAL" clId="{4101542E-66A9-4306-BD0F-EFC5C6C97C63}" dt="2026-07-01T05:00:22.377" v="940" actId="692"/>
          <ac:cxnSpMkLst>
            <pc:docMk/>
            <pc:sldMk cId="1909375894" sldId="256"/>
            <ac:cxnSpMk id="122" creationId="{86786A40-9DBE-9FE6-7FD6-F5E125D472F0}"/>
          </ac:cxnSpMkLst>
        </pc:cxnChg>
        <pc:cxnChg chg="add mod">
          <ac:chgData name="Akira Terui" userId="3f83de79-c81c-43e2-ac56-bbb755c07a02" providerId="ADAL" clId="{4101542E-66A9-4306-BD0F-EFC5C6C97C63}" dt="2026-07-01T04:51:58.020" v="861" actId="692"/>
          <ac:cxnSpMkLst>
            <pc:docMk/>
            <pc:sldMk cId="1909375894" sldId="256"/>
            <ac:cxnSpMk id="123" creationId="{5C9560E9-3BAE-2D5C-00A3-514DA4AD6647}"/>
          </ac:cxnSpMkLst>
        </pc:cxnChg>
        <pc:cxnChg chg="add mod">
          <ac:chgData name="Akira Terui" userId="3f83de79-c81c-43e2-ac56-bbb755c07a02" providerId="ADAL" clId="{4101542E-66A9-4306-BD0F-EFC5C6C97C63}" dt="2026-07-01T05:00:22.377" v="940" actId="692"/>
          <ac:cxnSpMkLst>
            <pc:docMk/>
            <pc:sldMk cId="1909375894" sldId="256"/>
            <ac:cxnSpMk id="124" creationId="{693BFDD2-2DC7-55B6-215C-55DBC02ABA89}"/>
          </ac:cxnSpMkLst>
        </pc:cxnChg>
        <pc:cxnChg chg="add mod">
          <ac:chgData name="Akira Terui" userId="3f83de79-c81c-43e2-ac56-bbb755c07a02" providerId="ADAL" clId="{4101542E-66A9-4306-BD0F-EFC5C6C97C63}" dt="2026-07-01T04:45:50.663" v="777" actId="164"/>
          <ac:cxnSpMkLst>
            <pc:docMk/>
            <pc:sldMk cId="1909375894" sldId="256"/>
            <ac:cxnSpMk id="125" creationId="{A026AC4F-C6F1-CB3F-5AD5-690238D8125F}"/>
          </ac:cxnSpMkLst>
        </pc:cxnChg>
        <pc:cxnChg chg="add mod">
          <ac:chgData name="Akira Terui" userId="3f83de79-c81c-43e2-ac56-bbb755c07a02" providerId="ADAL" clId="{4101542E-66A9-4306-BD0F-EFC5C6C97C63}" dt="2026-07-01T04:45:50.663" v="777" actId="164"/>
          <ac:cxnSpMkLst>
            <pc:docMk/>
            <pc:sldMk cId="1909375894" sldId="256"/>
            <ac:cxnSpMk id="126" creationId="{D7501529-88E8-EF8C-E2A9-436FB1BF83E3}"/>
          </ac:cxnSpMkLst>
        </pc:cxnChg>
        <pc:cxnChg chg="add mod">
          <ac:chgData name="Akira Terui" userId="3f83de79-c81c-43e2-ac56-bbb755c07a02" providerId="ADAL" clId="{4101542E-66A9-4306-BD0F-EFC5C6C97C63}" dt="2026-07-01T05:00:22.377" v="940" actId="692"/>
          <ac:cxnSpMkLst>
            <pc:docMk/>
            <pc:sldMk cId="1909375894" sldId="256"/>
            <ac:cxnSpMk id="127" creationId="{2A98866B-7830-258C-1CE4-8580C694112A}"/>
          </ac:cxnSpMkLst>
        </pc:cxnChg>
        <pc:cxnChg chg="add mod">
          <ac:chgData name="Akira Terui" userId="3f83de79-c81c-43e2-ac56-bbb755c07a02" providerId="ADAL" clId="{4101542E-66A9-4306-BD0F-EFC5C6C97C63}" dt="2026-07-01T05:00:22.377" v="940" actId="692"/>
          <ac:cxnSpMkLst>
            <pc:docMk/>
            <pc:sldMk cId="1909375894" sldId="256"/>
            <ac:cxnSpMk id="128" creationId="{F4C3D70A-15B3-C405-4545-4418B2FFAA22}"/>
          </ac:cxnSpMkLst>
        </pc:cxnChg>
        <pc:cxnChg chg="add mod">
          <ac:chgData name="Akira Terui" userId="3f83de79-c81c-43e2-ac56-bbb755c07a02" providerId="ADAL" clId="{4101542E-66A9-4306-BD0F-EFC5C6C97C63}" dt="2026-07-01T05:00:22.377" v="940" actId="692"/>
          <ac:cxnSpMkLst>
            <pc:docMk/>
            <pc:sldMk cId="1909375894" sldId="256"/>
            <ac:cxnSpMk id="129" creationId="{36A445DE-62DA-A8F0-8167-9AE7400F8128}"/>
          </ac:cxnSpMkLst>
        </pc:cxnChg>
        <pc:cxnChg chg="add mod">
          <ac:chgData name="Akira Terui" userId="3f83de79-c81c-43e2-ac56-bbb755c07a02" providerId="ADAL" clId="{4101542E-66A9-4306-BD0F-EFC5C6C97C63}" dt="2026-07-01T05:00:22.377" v="940" actId="692"/>
          <ac:cxnSpMkLst>
            <pc:docMk/>
            <pc:sldMk cId="1909375894" sldId="256"/>
            <ac:cxnSpMk id="130" creationId="{60149D77-46B6-6335-475C-E622A72F0924}"/>
          </ac:cxnSpMkLst>
        </pc:cxnChg>
        <pc:cxnChg chg="add mod">
          <ac:chgData name="Akira Terui" userId="3f83de79-c81c-43e2-ac56-bbb755c07a02" providerId="ADAL" clId="{4101542E-66A9-4306-BD0F-EFC5C6C97C63}" dt="2026-07-01T05:00:22.377" v="940" actId="692"/>
          <ac:cxnSpMkLst>
            <pc:docMk/>
            <pc:sldMk cId="1909375894" sldId="256"/>
            <ac:cxnSpMk id="131" creationId="{930F2918-54BF-6655-0154-A12FF6E6C880}"/>
          </ac:cxnSpMkLst>
        </pc:cxnChg>
        <pc:cxnChg chg="add mod">
          <ac:chgData name="Akira Terui" userId="3f83de79-c81c-43e2-ac56-bbb755c07a02" providerId="ADAL" clId="{4101542E-66A9-4306-BD0F-EFC5C6C97C63}" dt="2026-07-01T04:51:58.020" v="861" actId="692"/>
          <ac:cxnSpMkLst>
            <pc:docMk/>
            <pc:sldMk cId="1909375894" sldId="256"/>
            <ac:cxnSpMk id="132" creationId="{49441368-BAE4-5A62-3D9E-314FE747B893}"/>
          </ac:cxnSpMkLst>
        </pc:cxnChg>
        <pc:cxnChg chg="add mod">
          <ac:chgData name="Akira Terui" userId="3f83de79-c81c-43e2-ac56-bbb755c07a02" providerId="ADAL" clId="{4101542E-66A9-4306-BD0F-EFC5C6C97C63}" dt="2026-07-01T04:51:58.020" v="861" actId="692"/>
          <ac:cxnSpMkLst>
            <pc:docMk/>
            <pc:sldMk cId="1909375894" sldId="256"/>
            <ac:cxnSpMk id="133" creationId="{4354B513-3E63-5D94-4E96-1B898D81676C}"/>
          </ac:cxnSpMkLst>
        </pc:cxnChg>
        <pc:cxnChg chg="add mod">
          <ac:chgData name="Akira Terui" userId="3f83de79-c81c-43e2-ac56-bbb755c07a02" providerId="ADAL" clId="{4101542E-66A9-4306-BD0F-EFC5C6C97C63}" dt="2026-07-01T05:00:22.377" v="940" actId="692"/>
          <ac:cxnSpMkLst>
            <pc:docMk/>
            <pc:sldMk cId="1909375894" sldId="256"/>
            <ac:cxnSpMk id="134" creationId="{B32178CE-7E7E-56A5-54DB-02CC79663990}"/>
          </ac:cxnSpMkLst>
        </pc:cxnChg>
        <pc:cxnChg chg="mod topLvl">
          <ac:chgData name="Akira Terui" userId="3f83de79-c81c-43e2-ac56-bbb755c07a02" providerId="ADAL" clId="{4101542E-66A9-4306-BD0F-EFC5C6C97C63}" dt="2026-07-01T05:00:06.974" v="939" actId="692"/>
          <ac:cxnSpMkLst>
            <pc:docMk/>
            <pc:sldMk cId="1909375894" sldId="256"/>
            <ac:cxnSpMk id="148" creationId="{1E0F85FF-C7CC-8FF9-B964-56CB43966E2D}"/>
          </ac:cxnSpMkLst>
        </pc:cxnChg>
        <pc:cxnChg chg="mod">
          <ac:chgData name="Akira Terui" userId="3f83de79-c81c-43e2-ac56-bbb755c07a02" providerId="ADAL" clId="{4101542E-66A9-4306-BD0F-EFC5C6C97C63}" dt="2026-07-01T05:00:06.974" v="939" actId="692"/>
          <ac:cxnSpMkLst>
            <pc:docMk/>
            <pc:sldMk cId="1909375894" sldId="256"/>
            <ac:cxnSpMk id="149" creationId="{EB83E1CA-5553-5BA4-13F8-BE57DA9E51C1}"/>
          </ac:cxnSpMkLst>
        </pc:cxnChg>
        <pc:cxnChg chg="mod">
          <ac:chgData name="Akira Terui" userId="3f83de79-c81c-43e2-ac56-bbb755c07a02" providerId="ADAL" clId="{4101542E-66A9-4306-BD0F-EFC5C6C97C63}" dt="2026-07-01T04:53:38.103" v="886" actId="692"/>
          <ac:cxnSpMkLst>
            <pc:docMk/>
            <pc:sldMk cId="1909375894" sldId="256"/>
            <ac:cxnSpMk id="156" creationId="{E05F83A4-070F-5B83-6C07-98214C4A319B}"/>
          </ac:cxnSpMkLst>
        </pc:cxnChg>
        <pc:cxnChg chg="mod">
          <ac:chgData name="Akira Terui" userId="3f83de79-c81c-43e2-ac56-bbb755c07a02" providerId="ADAL" clId="{4101542E-66A9-4306-BD0F-EFC5C6C97C63}" dt="2026-07-01T04:53:38.103" v="886" actId="692"/>
          <ac:cxnSpMkLst>
            <pc:docMk/>
            <pc:sldMk cId="1909375894" sldId="256"/>
            <ac:cxnSpMk id="157" creationId="{B06531B1-740C-1B4C-EE29-347AEFC15AC6}"/>
          </ac:cxnSpMkLst>
        </pc:cxnChg>
        <pc:cxnChg chg="mod">
          <ac:chgData name="Akira Terui" userId="3f83de79-c81c-43e2-ac56-bbb755c07a02" providerId="ADAL" clId="{4101542E-66A9-4306-BD0F-EFC5C6C97C63}" dt="2026-07-01T04:53:38.103" v="886" actId="692"/>
          <ac:cxnSpMkLst>
            <pc:docMk/>
            <pc:sldMk cId="1909375894" sldId="256"/>
            <ac:cxnSpMk id="158" creationId="{17CD3AAC-546E-DB9F-458F-82A421F362A2}"/>
          </ac:cxnSpMkLst>
        </pc:cxnChg>
        <pc:cxnChg chg="mod">
          <ac:chgData name="Akira Terui" userId="3f83de79-c81c-43e2-ac56-bbb755c07a02" providerId="ADAL" clId="{4101542E-66A9-4306-BD0F-EFC5C6C97C63}" dt="2026-07-01T04:53:38.103" v="886" actId="692"/>
          <ac:cxnSpMkLst>
            <pc:docMk/>
            <pc:sldMk cId="1909375894" sldId="256"/>
            <ac:cxnSpMk id="159" creationId="{9BBA3696-C72E-B721-A1DC-86CB35376F0A}"/>
          </ac:cxnSpMkLst>
        </pc:cxnChg>
        <pc:cxnChg chg="mod">
          <ac:chgData name="Akira Terui" userId="3f83de79-c81c-43e2-ac56-bbb755c07a02" providerId="ADAL" clId="{4101542E-66A9-4306-BD0F-EFC5C6C97C63}" dt="2026-07-01T04:53:38.103" v="886" actId="692"/>
          <ac:cxnSpMkLst>
            <pc:docMk/>
            <pc:sldMk cId="1909375894" sldId="256"/>
            <ac:cxnSpMk id="160" creationId="{8C4CED86-E15A-4499-AFD8-1D0804F5A077}"/>
          </ac:cxnSpMkLst>
        </pc:cxnChg>
        <pc:cxnChg chg="mod">
          <ac:chgData name="Akira Terui" userId="3f83de79-c81c-43e2-ac56-bbb755c07a02" providerId="ADAL" clId="{4101542E-66A9-4306-BD0F-EFC5C6C97C63}" dt="2026-07-01T04:53:38.103" v="886" actId="692"/>
          <ac:cxnSpMkLst>
            <pc:docMk/>
            <pc:sldMk cId="1909375894" sldId="256"/>
            <ac:cxnSpMk id="161" creationId="{729D3B64-ED7A-F056-FDCF-5A313E437B64}"/>
          </ac:cxnSpMkLst>
        </pc:cxnChg>
        <pc:cxnChg chg="mod">
          <ac:chgData name="Akira Terui" userId="3f83de79-c81c-43e2-ac56-bbb755c07a02" providerId="ADAL" clId="{4101542E-66A9-4306-BD0F-EFC5C6C97C63}" dt="2026-07-01T04:53:38.103" v="886" actId="692"/>
          <ac:cxnSpMkLst>
            <pc:docMk/>
            <pc:sldMk cId="1909375894" sldId="256"/>
            <ac:cxnSpMk id="162" creationId="{A12B0A86-4BF3-0C86-8ECB-0F24370A1AED}"/>
          </ac:cxnSpMkLst>
        </pc:cxnChg>
        <pc:cxnChg chg="mod">
          <ac:chgData name="Akira Terui" userId="3f83de79-c81c-43e2-ac56-bbb755c07a02" providerId="ADAL" clId="{4101542E-66A9-4306-BD0F-EFC5C6C97C63}" dt="2026-07-01T04:53:38.103" v="886" actId="692"/>
          <ac:cxnSpMkLst>
            <pc:docMk/>
            <pc:sldMk cId="1909375894" sldId="256"/>
            <ac:cxnSpMk id="163" creationId="{E46DD2C7-4EB8-77C2-4F19-CEDDD4249B47}"/>
          </ac:cxnSpMkLst>
        </pc:cxnChg>
        <pc:cxnChg chg="mod">
          <ac:chgData name="Akira Terui" userId="3f83de79-c81c-43e2-ac56-bbb755c07a02" providerId="ADAL" clId="{4101542E-66A9-4306-BD0F-EFC5C6C97C63}" dt="2026-07-01T04:53:38.103" v="886" actId="692"/>
          <ac:cxnSpMkLst>
            <pc:docMk/>
            <pc:sldMk cId="1909375894" sldId="256"/>
            <ac:cxnSpMk id="166" creationId="{BA6BC869-3640-7039-6382-5627B4FB33BC}"/>
          </ac:cxnSpMkLst>
        </pc:cxnChg>
        <pc:cxnChg chg="mod">
          <ac:chgData name="Akira Terui" userId="3f83de79-c81c-43e2-ac56-bbb755c07a02" providerId="ADAL" clId="{4101542E-66A9-4306-BD0F-EFC5C6C97C63}" dt="2026-07-01T04:53:38.103" v="886" actId="692"/>
          <ac:cxnSpMkLst>
            <pc:docMk/>
            <pc:sldMk cId="1909375894" sldId="256"/>
            <ac:cxnSpMk id="167" creationId="{63862F28-CA70-061C-3ED6-00817E85425E}"/>
          </ac:cxnSpMkLst>
        </pc:cxnChg>
        <pc:cxnChg chg="mod">
          <ac:chgData name="Akira Terui" userId="3f83de79-c81c-43e2-ac56-bbb755c07a02" providerId="ADAL" clId="{4101542E-66A9-4306-BD0F-EFC5C6C97C63}" dt="2026-07-01T05:00:06.974" v="939" actId="692"/>
          <ac:cxnSpMkLst>
            <pc:docMk/>
            <pc:sldMk cId="1909375894" sldId="256"/>
            <ac:cxnSpMk id="169" creationId="{A080FE9F-DC42-49E3-83B1-B38EE712ADDD}"/>
          </ac:cxnSpMkLst>
        </pc:cxnChg>
        <pc:cxnChg chg="mod topLvl">
          <ac:chgData name="Akira Terui" userId="3f83de79-c81c-43e2-ac56-bbb755c07a02" providerId="ADAL" clId="{4101542E-66A9-4306-BD0F-EFC5C6C97C63}" dt="2026-07-01T05:00:50.363" v="945" actId="164"/>
          <ac:cxnSpMkLst>
            <pc:docMk/>
            <pc:sldMk cId="1909375894" sldId="256"/>
            <ac:cxnSpMk id="199" creationId="{EBFBAB9F-1840-7C7A-885F-A70A2FC9BFF5}"/>
          </ac:cxnSpMkLst>
        </pc:cxnChg>
        <pc:cxnChg chg="mod">
          <ac:chgData name="Akira Terui" userId="3f83de79-c81c-43e2-ac56-bbb755c07a02" providerId="ADAL" clId="{4101542E-66A9-4306-BD0F-EFC5C6C97C63}" dt="2026-07-01T05:00:50.363" v="945" actId="164"/>
          <ac:cxnSpMkLst>
            <pc:docMk/>
            <pc:sldMk cId="1909375894" sldId="256"/>
            <ac:cxnSpMk id="200" creationId="{42291EBD-983D-CFA2-C5AD-757171D5A765}"/>
          </ac:cxnSpMkLst>
        </pc:cxnChg>
        <pc:cxnChg chg="mod">
          <ac:chgData name="Akira Terui" userId="3f83de79-c81c-43e2-ac56-bbb755c07a02" providerId="ADAL" clId="{4101542E-66A9-4306-BD0F-EFC5C6C97C63}" dt="2026-07-01T04:56:58.647" v="928" actId="692"/>
          <ac:cxnSpMkLst>
            <pc:docMk/>
            <pc:sldMk cId="1909375894" sldId="256"/>
            <ac:cxnSpMk id="207" creationId="{BDC7C6BD-F27F-236F-B452-D6514C8DAFB3}"/>
          </ac:cxnSpMkLst>
        </pc:cxnChg>
        <pc:cxnChg chg="mod">
          <ac:chgData name="Akira Terui" userId="3f83de79-c81c-43e2-ac56-bbb755c07a02" providerId="ADAL" clId="{4101542E-66A9-4306-BD0F-EFC5C6C97C63}" dt="2026-07-01T04:56:58.647" v="928" actId="692"/>
          <ac:cxnSpMkLst>
            <pc:docMk/>
            <pc:sldMk cId="1909375894" sldId="256"/>
            <ac:cxnSpMk id="208" creationId="{18FA970B-5E81-7859-48AE-AB3E62D67009}"/>
          </ac:cxnSpMkLst>
        </pc:cxnChg>
        <pc:cxnChg chg="mod">
          <ac:chgData name="Akira Terui" userId="3f83de79-c81c-43e2-ac56-bbb755c07a02" providerId="ADAL" clId="{4101542E-66A9-4306-BD0F-EFC5C6C97C63}" dt="2026-07-01T04:56:58.647" v="928" actId="692"/>
          <ac:cxnSpMkLst>
            <pc:docMk/>
            <pc:sldMk cId="1909375894" sldId="256"/>
            <ac:cxnSpMk id="209" creationId="{0E3D3ACB-9664-8A72-A452-992D23F785C8}"/>
          </ac:cxnSpMkLst>
        </pc:cxnChg>
        <pc:cxnChg chg="mod">
          <ac:chgData name="Akira Terui" userId="3f83de79-c81c-43e2-ac56-bbb755c07a02" providerId="ADAL" clId="{4101542E-66A9-4306-BD0F-EFC5C6C97C63}" dt="2026-07-01T04:56:58.647" v="928" actId="692"/>
          <ac:cxnSpMkLst>
            <pc:docMk/>
            <pc:sldMk cId="1909375894" sldId="256"/>
            <ac:cxnSpMk id="210" creationId="{20ED3AEB-4E0D-3EBB-D24E-69E0CAAB50AC}"/>
          </ac:cxnSpMkLst>
        </pc:cxnChg>
        <pc:cxnChg chg="mod">
          <ac:chgData name="Akira Terui" userId="3f83de79-c81c-43e2-ac56-bbb755c07a02" providerId="ADAL" clId="{4101542E-66A9-4306-BD0F-EFC5C6C97C63}" dt="2026-07-01T04:56:58.647" v="928" actId="692"/>
          <ac:cxnSpMkLst>
            <pc:docMk/>
            <pc:sldMk cId="1909375894" sldId="256"/>
            <ac:cxnSpMk id="211" creationId="{9E5579D3-30FE-A47E-D7A8-996FAF9039B6}"/>
          </ac:cxnSpMkLst>
        </pc:cxnChg>
        <pc:cxnChg chg="mod">
          <ac:chgData name="Akira Terui" userId="3f83de79-c81c-43e2-ac56-bbb755c07a02" providerId="ADAL" clId="{4101542E-66A9-4306-BD0F-EFC5C6C97C63}" dt="2026-07-01T04:56:58.647" v="928" actId="692"/>
          <ac:cxnSpMkLst>
            <pc:docMk/>
            <pc:sldMk cId="1909375894" sldId="256"/>
            <ac:cxnSpMk id="212" creationId="{5AE5811A-7651-EECC-6268-1E6FBE02B2A9}"/>
          </ac:cxnSpMkLst>
        </pc:cxnChg>
        <pc:cxnChg chg="mod">
          <ac:chgData name="Akira Terui" userId="3f83de79-c81c-43e2-ac56-bbb755c07a02" providerId="ADAL" clId="{4101542E-66A9-4306-BD0F-EFC5C6C97C63}" dt="2026-07-01T04:59:55.603" v="938" actId="692"/>
          <ac:cxnSpMkLst>
            <pc:docMk/>
            <pc:sldMk cId="1909375894" sldId="256"/>
            <ac:cxnSpMk id="213" creationId="{8C392EB4-3C85-A30A-9770-8382C9C063D5}"/>
          </ac:cxnSpMkLst>
        </pc:cxnChg>
        <pc:cxnChg chg="mod">
          <ac:chgData name="Akira Terui" userId="3f83de79-c81c-43e2-ac56-bbb755c07a02" providerId="ADAL" clId="{4101542E-66A9-4306-BD0F-EFC5C6C97C63}" dt="2026-07-01T04:59:55.603" v="938" actId="692"/>
          <ac:cxnSpMkLst>
            <pc:docMk/>
            <pc:sldMk cId="1909375894" sldId="256"/>
            <ac:cxnSpMk id="214" creationId="{E52C1CAE-5512-DCB7-7FA8-EC4665FC9018}"/>
          </ac:cxnSpMkLst>
        </pc:cxnChg>
        <pc:cxnChg chg="mod">
          <ac:chgData name="Akira Terui" userId="3f83de79-c81c-43e2-ac56-bbb755c07a02" providerId="ADAL" clId="{4101542E-66A9-4306-BD0F-EFC5C6C97C63}" dt="2026-07-01T04:59:55.603" v="938" actId="692"/>
          <ac:cxnSpMkLst>
            <pc:docMk/>
            <pc:sldMk cId="1909375894" sldId="256"/>
            <ac:cxnSpMk id="215" creationId="{7D65C0EA-EB42-C15A-85D3-E37433267F5C}"/>
          </ac:cxnSpMkLst>
        </pc:cxnChg>
        <pc:cxnChg chg="mod">
          <ac:chgData name="Akira Terui" userId="3f83de79-c81c-43e2-ac56-bbb755c07a02" providerId="ADAL" clId="{4101542E-66A9-4306-BD0F-EFC5C6C97C63}" dt="2026-07-01T04:59:55.603" v="938" actId="692"/>
          <ac:cxnSpMkLst>
            <pc:docMk/>
            <pc:sldMk cId="1909375894" sldId="256"/>
            <ac:cxnSpMk id="216" creationId="{D6F9E41B-6FCC-3C2F-504D-3E66C05C1245}"/>
          </ac:cxnSpMkLst>
        </pc:cxnChg>
        <pc:cxnChg chg="mod">
          <ac:chgData name="Akira Terui" userId="3f83de79-c81c-43e2-ac56-bbb755c07a02" providerId="ADAL" clId="{4101542E-66A9-4306-BD0F-EFC5C6C97C63}" dt="2026-07-01T04:56:58.647" v="928" actId="692"/>
          <ac:cxnSpMkLst>
            <pc:docMk/>
            <pc:sldMk cId="1909375894" sldId="256"/>
            <ac:cxnSpMk id="217" creationId="{2C82A87D-4C3C-0E0A-557F-16867F191F6E}"/>
          </ac:cxnSpMkLst>
        </pc:cxnChg>
        <pc:cxnChg chg="mod">
          <ac:chgData name="Akira Terui" userId="3f83de79-c81c-43e2-ac56-bbb755c07a02" providerId="ADAL" clId="{4101542E-66A9-4306-BD0F-EFC5C6C97C63}" dt="2026-07-01T04:56:58.647" v="928" actId="692"/>
          <ac:cxnSpMkLst>
            <pc:docMk/>
            <pc:sldMk cId="1909375894" sldId="256"/>
            <ac:cxnSpMk id="218" creationId="{21858A57-910D-E3A2-D895-F178050E8FE8}"/>
          </ac:cxnSpMkLst>
        </pc:cxnChg>
      </pc:sldChg>
    </pc:docChg>
  </pc:docChgLst>
  <pc:docChgLst>
    <pc:chgData name="Akira Terui" userId="3f83de79-c81c-43e2-ac56-bbb755c07a02" providerId="ADAL" clId="{0169A10B-7A1B-4780-8EB1-66779DFD7188}"/>
    <pc:docChg chg="undo custSel modSld modMainMaster">
      <pc:chgData name="Akira Terui" userId="3f83de79-c81c-43e2-ac56-bbb755c07a02" providerId="ADAL" clId="{0169A10B-7A1B-4780-8EB1-66779DFD7188}" dt="2026-07-01T14:15:03.288" v="1579" actId="552"/>
      <pc:docMkLst>
        <pc:docMk/>
      </pc:docMkLst>
      <pc:sldChg chg="addSp delSp modSp mod">
        <pc:chgData name="Akira Terui" userId="3f83de79-c81c-43e2-ac56-bbb755c07a02" providerId="ADAL" clId="{0169A10B-7A1B-4780-8EB1-66779DFD7188}" dt="2026-07-01T14:15:03.288" v="1579" actId="552"/>
        <pc:sldMkLst>
          <pc:docMk/>
          <pc:sldMk cId="1909375894" sldId="256"/>
        </pc:sldMkLst>
        <pc:spChg chg="mod">
          <ac:chgData name="Akira Terui" userId="3f83de79-c81c-43e2-ac56-bbb755c07a02" providerId="ADAL" clId="{0169A10B-7A1B-4780-8EB1-66779DFD7188}" dt="2026-07-01T14:12:57.947" v="1562"/>
          <ac:spMkLst>
            <pc:docMk/>
            <pc:sldMk cId="1909375894" sldId="256"/>
            <ac:spMk id="7" creationId="{B1F3E2F2-C812-A441-4971-99C8963825B9}"/>
          </ac:spMkLst>
        </pc:spChg>
        <pc:spChg chg="add mod">
          <ac:chgData name="Akira Terui" userId="3f83de79-c81c-43e2-ac56-bbb755c07a02" providerId="ADAL" clId="{0169A10B-7A1B-4780-8EB1-66779DFD7188}" dt="2026-07-01T14:12:49.293" v="1561"/>
          <ac:spMkLst>
            <pc:docMk/>
            <pc:sldMk cId="1909375894" sldId="256"/>
            <ac:spMk id="17" creationId="{C7ACA986-FEA0-08AD-9D6A-FB07B8F0423D}"/>
          </ac:spMkLst>
        </pc:spChg>
        <pc:spChg chg="add mod">
          <ac:chgData name="Akira Terui" userId="3f83de79-c81c-43e2-ac56-bbb755c07a02" providerId="ADAL" clId="{0169A10B-7A1B-4780-8EB1-66779DFD7188}" dt="2026-07-01T14:12:57.947" v="1562"/>
          <ac:spMkLst>
            <pc:docMk/>
            <pc:sldMk cId="1909375894" sldId="256"/>
            <ac:spMk id="29" creationId="{DC21287D-5699-8380-67A9-EA9E39AC2522}"/>
          </ac:spMkLst>
        </pc:spChg>
        <pc:spChg chg="mod topLvl">
          <ac:chgData name="Akira Terui" userId="3f83de79-c81c-43e2-ac56-bbb755c07a02" providerId="ADAL" clId="{0169A10B-7A1B-4780-8EB1-66779DFD7188}" dt="2026-07-01T14:12:57.947" v="1562"/>
          <ac:spMkLst>
            <pc:docMk/>
            <pc:sldMk cId="1909375894" sldId="256"/>
            <ac:spMk id="50" creationId="{DA173AE1-8839-9306-5241-AFAEBCACDBF6}"/>
          </ac:spMkLst>
        </pc:spChg>
        <pc:spChg chg="mod topLvl">
          <ac:chgData name="Akira Terui" userId="3f83de79-c81c-43e2-ac56-bbb755c07a02" providerId="ADAL" clId="{0169A10B-7A1B-4780-8EB1-66779DFD7188}" dt="2026-07-01T14:14:57.188" v="1578" actId="552"/>
          <ac:spMkLst>
            <pc:docMk/>
            <pc:sldMk cId="1909375894" sldId="256"/>
            <ac:spMk id="58" creationId="{A3C091DA-264A-7F87-88CA-55A87FC5888D}"/>
          </ac:spMkLst>
        </pc:spChg>
        <pc:spChg chg="mod topLvl">
          <ac:chgData name="Akira Terui" userId="3f83de79-c81c-43e2-ac56-bbb755c07a02" providerId="ADAL" clId="{0169A10B-7A1B-4780-8EB1-66779DFD7188}" dt="2026-07-01T14:14:57.188" v="1578" actId="552"/>
          <ac:spMkLst>
            <pc:docMk/>
            <pc:sldMk cId="1909375894" sldId="256"/>
            <ac:spMk id="63" creationId="{C49A7F1B-05C3-1118-C78E-D059521099DB}"/>
          </ac:spMkLst>
        </pc:spChg>
        <pc:spChg chg="mod">
          <ac:chgData name="Akira Terui" userId="3f83de79-c81c-43e2-ac56-bbb755c07a02" providerId="ADAL" clId="{0169A10B-7A1B-4780-8EB1-66779DFD7188}" dt="2026-07-01T14:12:49.293" v="1561"/>
          <ac:spMkLst>
            <pc:docMk/>
            <pc:sldMk cId="1909375894" sldId="256"/>
            <ac:spMk id="73" creationId="{49879CCA-4DA6-2961-013E-D7379B5FEA1A}"/>
          </ac:spMkLst>
        </pc:spChg>
        <pc:spChg chg="mod topLvl">
          <ac:chgData name="Akira Terui" userId="3f83de79-c81c-43e2-ac56-bbb755c07a02" providerId="ADAL" clId="{0169A10B-7A1B-4780-8EB1-66779DFD7188}" dt="2026-07-01T14:15:03.288" v="1579" actId="552"/>
          <ac:spMkLst>
            <pc:docMk/>
            <pc:sldMk cId="1909375894" sldId="256"/>
            <ac:spMk id="74" creationId="{6E7319D2-46E2-B8E3-58C1-348DAE6A855D}"/>
          </ac:spMkLst>
        </pc:spChg>
        <pc:spChg chg="mod topLvl">
          <ac:chgData name="Akira Terui" userId="3f83de79-c81c-43e2-ac56-bbb755c07a02" providerId="ADAL" clId="{0169A10B-7A1B-4780-8EB1-66779DFD7188}" dt="2026-07-01T14:15:03.288" v="1579" actId="552"/>
          <ac:spMkLst>
            <pc:docMk/>
            <pc:sldMk cId="1909375894" sldId="256"/>
            <ac:spMk id="75" creationId="{516E1C5B-8C83-BFC9-C6A3-F79D3B7BC2CC}"/>
          </ac:spMkLst>
        </pc:spChg>
        <pc:spChg chg="mod">
          <ac:chgData name="Akira Terui" userId="3f83de79-c81c-43e2-ac56-bbb755c07a02" providerId="ADAL" clId="{0169A10B-7A1B-4780-8EB1-66779DFD7188}" dt="2026-07-01T14:12:57.947" v="1562"/>
          <ac:spMkLst>
            <pc:docMk/>
            <pc:sldMk cId="1909375894" sldId="256"/>
            <ac:spMk id="81" creationId="{89F8A15B-836B-7314-53BF-62AA01F97A4D}"/>
          </ac:spMkLst>
        </pc:spChg>
        <pc:spChg chg="add mod">
          <ac:chgData name="Akira Terui" userId="3f83de79-c81c-43e2-ac56-bbb755c07a02" providerId="ADAL" clId="{0169A10B-7A1B-4780-8EB1-66779DFD7188}" dt="2026-07-01T14:12:39.577" v="1560" actId="1036"/>
          <ac:spMkLst>
            <pc:docMk/>
            <pc:sldMk cId="1909375894" sldId="256"/>
            <ac:spMk id="100" creationId="{09F36B01-58AA-076E-1E9B-6370D7B3676C}"/>
          </ac:spMkLst>
        </pc:spChg>
        <pc:spChg chg="mod">
          <ac:chgData name="Akira Terui" userId="3f83de79-c81c-43e2-ac56-bbb755c07a02" providerId="ADAL" clId="{0169A10B-7A1B-4780-8EB1-66779DFD7188}" dt="2026-07-01T14:12:39.577" v="1560" actId="1036"/>
          <ac:spMkLst>
            <pc:docMk/>
            <pc:sldMk cId="1909375894" sldId="256"/>
            <ac:spMk id="102" creationId="{A40355BE-9F27-2C96-FA23-A838F8953C20}"/>
          </ac:spMkLst>
        </pc:spChg>
        <pc:spChg chg="mod">
          <ac:chgData name="Akira Terui" userId="3f83de79-c81c-43e2-ac56-bbb755c07a02" providerId="ADAL" clId="{0169A10B-7A1B-4780-8EB1-66779DFD7188}" dt="2026-07-01T14:12:57.947" v="1562"/>
          <ac:spMkLst>
            <pc:docMk/>
            <pc:sldMk cId="1909375894" sldId="256"/>
            <ac:spMk id="170" creationId="{12D78E07-180A-0BDE-35B5-F1FF61015184}"/>
          </ac:spMkLst>
        </pc:spChg>
        <pc:spChg chg="mod">
          <ac:chgData name="Akira Terui" userId="3f83de79-c81c-43e2-ac56-bbb755c07a02" providerId="ADAL" clId="{0169A10B-7A1B-4780-8EB1-66779DFD7188}" dt="2026-07-01T14:12:57.947" v="1562"/>
          <ac:spMkLst>
            <pc:docMk/>
            <pc:sldMk cId="1909375894" sldId="256"/>
            <ac:spMk id="221" creationId="{F19D1104-4BCB-4648-EEA1-0103A908BA2E}"/>
          </ac:spMkLst>
        </pc:spChg>
        <pc:spChg chg="mod">
          <ac:chgData name="Akira Terui" userId="3f83de79-c81c-43e2-ac56-bbb755c07a02" providerId="ADAL" clId="{0169A10B-7A1B-4780-8EB1-66779DFD7188}" dt="2026-07-01T14:12:39.577" v="1560" actId="1036"/>
          <ac:spMkLst>
            <pc:docMk/>
            <pc:sldMk cId="1909375894" sldId="256"/>
            <ac:spMk id="225" creationId="{6A0DD742-92F8-5E9B-318C-3E34F6DCB5F6}"/>
          </ac:spMkLst>
        </pc:spChg>
        <pc:spChg chg="mod">
          <ac:chgData name="Akira Terui" userId="3f83de79-c81c-43e2-ac56-bbb755c07a02" providerId="ADAL" clId="{0169A10B-7A1B-4780-8EB1-66779DFD7188}" dt="2026-07-01T14:13:30.743" v="1565" actId="12789"/>
          <ac:spMkLst>
            <pc:docMk/>
            <pc:sldMk cId="1909375894" sldId="256"/>
            <ac:spMk id="226" creationId="{8B296F1E-38C7-CFB6-D71D-A78118F9FECC}"/>
          </ac:spMkLst>
        </pc:spChg>
        <pc:spChg chg="mod">
          <ac:chgData name="Akira Terui" userId="3f83de79-c81c-43e2-ac56-bbb755c07a02" providerId="ADAL" clId="{0169A10B-7A1B-4780-8EB1-66779DFD7188}" dt="2026-07-01T14:12:57.947" v="1562"/>
          <ac:spMkLst>
            <pc:docMk/>
            <pc:sldMk cId="1909375894" sldId="256"/>
            <ac:spMk id="234" creationId="{B18935E2-2D68-76A1-E026-161A2391F2FF}"/>
          </ac:spMkLst>
        </pc:spChg>
        <pc:spChg chg="mod">
          <ac:chgData name="Akira Terui" userId="3f83de79-c81c-43e2-ac56-bbb755c07a02" providerId="ADAL" clId="{0169A10B-7A1B-4780-8EB1-66779DFD7188}" dt="2026-07-01T14:12:57.947" v="1562"/>
          <ac:spMkLst>
            <pc:docMk/>
            <pc:sldMk cId="1909375894" sldId="256"/>
            <ac:spMk id="237" creationId="{2802DC72-4FEC-D9EC-F0C8-16E725442D84}"/>
          </ac:spMkLst>
        </pc:spChg>
        <pc:grpChg chg="add mod">
          <ac:chgData name="Akira Terui" userId="3f83de79-c81c-43e2-ac56-bbb755c07a02" providerId="ADAL" clId="{0169A10B-7A1B-4780-8EB1-66779DFD7188}" dt="2026-07-01T13:50:16.806" v="1313" actId="164"/>
          <ac:grpSpMkLst>
            <pc:docMk/>
            <pc:sldMk cId="1909375894" sldId="256"/>
            <ac:grpSpMk id="69" creationId="{71ED0E3A-F16F-396A-807F-BB2FF28CE01B}"/>
          </ac:grpSpMkLst>
        </pc:grpChg>
        <pc:grpChg chg="add mod">
          <ac:chgData name="Akira Terui" userId="3f83de79-c81c-43e2-ac56-bbb755c07a02" providerId="ADAL" clId="{0169A10B-7A1B-4780-8EB1-66779DFD7188}" dt="2026-07-01T13:51:02.815" v="1316" actId="465"/>
          <ac:grpSpMkLst>
            <pc:docMk/>
            <pc:sldMk cId="1909375894" sldId="256"/>
            <ac:grpSpMk id="71" creationId="{84A4C089-D709-FACB-4C18-E32291A8425D}"/>
          </ac:grpSpMkLst>
        </pc:grpChg>
        <pc:grpChg chg="mod">
          <ac:chgData name="Akira Terui" userId="3f83de79-c81c-43e2-ac56-bbb755c07a02" providerId="ADAL" clId="{0169A10B-7A1B-4780-8EB1-66779DFD7188}" dt="2026-07-01T14:12:39.577" v="1560" actId="1036"/>
          <ac:grpSpMkLst>
            <pc:docMk/>
            <pc:sldMk cId="1909375894" sldId="256"/>
            <ac:grpSpMk id="88" creationId="{1BE98CD2-07EF-6230-AD0E-4407E64B4219}"/>
          </ac:grpSpMkLst>
        </pc:grpChg>
        <pc:grpChg chg="mod">
          <ac:chgData name="Akira Terui" userId="3f83de79-c81c-43e2-ac56-bbb755c07a02" providerId="ADAL" clId="{0169A10B-7A1B-4780-8EB1-66779DFD7188}" dt="2026-07-01T14:13:30.743" v="1565" actId="12789"/>
          <ac:grpSpMkLst>
            <pc:docMk/>
            <pc:sldMk cId="1909375894" sldId="256"/>
            <ac:grpSpMk id="145" creationId="{C58A03FD-0B11-05C3-025C-221316D8FB0D}"/>
          </ac:grpSpMkLst>
        </pc:grpChg>
        <pc:grpChg chg="mod">
          <ac:chgData name="Akira Terui" userId="3f83de79-c81c-43e2-ac56-bbb755c07a02" providerId="ADAL" clId="{0169A10B-7A1B-4780-8EB1-66779DFD7188}" dt="2026-07-01T14:02:19.578" v="1464" actId="1035"/>
          <ac:grpSpMkLst>
            <pc:docMk/>
            <pc:sldMk cId="1909375894" sldId="256"/>
            <ac:grpSpMk id="196" creationId="{0C5C5671-40B4-B784-1860-15A1B5F65063}"/>
          </ac:grpSpMkLst>
        </pc:grpChg>
        <pc:grpChg chg="mod">
          <ac:chgData name="Akira Terui" userId="3f83de79-c81c-43e2-ac56-bbb755c07a02" providerId="ADAL" clId="{0169A10B-7A1B-4780-8EB1-66779DFD7188}" dt="2026-07-01T14:02:19.578" v="1464" actId="1035"/>
          <ac:grpSpMkLst>
            <pc:docMk/>
            <pc:sldMk cId="1909375894" sldId="256"/>
            <ac:grpSpMk id="223" creationId="{1D6547B1-30AD-DD80-89D7-CAFC87142F3C}"/>
          </ac:grpSpMkLst>
        </pc:grpChg>
        <pc:grpChg chg="add del mod">
          <ac:chgData name="Akira Terui" userId="3f83de79-c81c-43e2-ac56-bbb755c07a02" providerId="ADAL" clId="{0169A10B-7A1B-4780-8EB1-66779DFD7188}" dt="2026-07-01T14:02:07.810" v="1451" actId="1036"/>
          <ac:grpSpMkLst>
            <pc:docMk/>
            <pc:sldMk cId="1909375894" sldId="256"/>
            <ac:grpSpMk id="224" creationId="{DA4EF7C0-BC2B-AA97-2948-A9DCA9597A93}"/>
          </ac:grpSpMkLst>
        </pc:grpChg>
        <pc:cxnChg chg="mod topLvl">
          <ac:chgData name="Akira Terui" userId="3f83de79-c81c-43e2-ac56-bbb755c07a02" providerId="ADAL" clId="{0169A10B-7A1B-4780-8EB1-66779DFD7188}" dt="2026-07-01T13:50:16.806" v="1313" actId="164"/>
          <ac:cxnSpMkLst>
            <pc:docMk/>
            <pc:sldMk cId="1909375894" sldId="256"/>
            <ac:cxnSpMk id="2" creationId="{B690DAD5-CD93-080F-3E67-06074C9575B7}"/>
          </ac:cxnSpMkLst>
        </pc:cxnChg>
        <pc:cxnChg chg="mod topLvl">
          <ac:chgData name="Akira Terui" userId="3f83de79-c81c-43e2-ac56-bbb755c07a02" providerId="ADAL" clId="{0169A10B-7A1B-4780-8EB1-66779DFD7188}" dt="2026-07-01T13:49:45.764" v="1309" actId="165"/>
          <ac:cxnSpMkLst>
            <pc:docMk/>
            <pc:sldMk cId="1909375894" sldId="256"/>
            <ac:cxnSpMk id="3" creationId="{281429DA-5478-13FC-8DB1-16499F3A6A00}"/>
          </ac:cxnSpMkLst>
        </pc:cxnChg>
        <pc:cxnChg chg="mod topLvl">
          <ac:chgData name="Akira Terui" userId="3f83de79-c81c-43e2-ac56-bbb755c07a02" providerId="ADAL" clId="{0169A10B-7A1B-4780-8EB1-66779DFD7188}" dt="2026-07-01T13:50:16.806" v="1313" actId="164"/>
          <ac:cxnSpMkLst>
            <pc:docMk/>
            <pc:sldMk cId="1909375894" sldId="256"/>
            <ac:cxnSpMk id="4" creationId="{5FA2AAD8-97F4-6EE3-7068-26C7DD4550D1}"/>
          </ac:cxnSpMkLst>
        </pc:cxnChg>
        <pc:cxnChg chg="add mod">
          <ac:chgData name="Akira Terui" userId="3f83de79-c81c-43e2-ac56-bbb755c07a02" providerId="ADAL" clId="{0169A10B-7A1B-4780-8EB1-66779DFD7188}" dt="2026-07-01T14:04:21.262" v="1523" actId="692"/>
          <ac:cxnSpMkLst>
            <pc:docMk/>
            <pc:sldMk cId="1909375894" sldId="256"/>
            <ac:cxnSpMk id="6" creationId="{0AE8031B-0CB2-B0A0-E701-6531FDF3514B}"/>
          </ac:cxnSpMkLst>
        </pc:cxnChg>
        <pc:cxnChg chg="add mod">
          <ac:chgData name="Akira Terui" userId="3f83de79-c81c-43e2-ac56-bbb755c07a02" providerId="ADAL" clId="{0169A10B-7A1B-4780-8EB1-66779DFD7188}" dt="2026-07-01T14:04:21.262" v="1523" actId="692"/>
          <ac:cxnSpMkLst>
            <pc:docMk/>
            <pc:sldMk cId="1909375894" sldId="256"/>
            <ac:cxnSpMk id="8" creationId="{27EBBC2B-AC82-F7B9-7B1C-5084DC68633E}"/>
          </ac:cxnSpMkLst>
        </pc:cxnChg>
        <pc:cxnChg chg="mod topLvl">
          <ac:chgData name="Akira Terui" userId="3f83de79-c81c-43e2-ac56-bbb755c07a02" providerId="ADAL" clId="{0169A10B-7A1B-4780-8EB1-66779DFD7188}" dt="2026-07-01T13:49:59.865" v="1310" actId="164"/>
          <ac:cxnSpMkLst>
            <pc:docMk/>
            <pc:sldMk cId="1909375894" sldId="256"/>
            <ac:cxnSpMk id="10" creationId="{4AAA572F-D56C-976D-331E-8CDBDBB92916}"/>
          </ac:cxnSpMkLst>
        </pc:cxnChg>
        <pc:cxnChg chg="mod topLvl">
          <ac:chgData name="Akira Terui" userId="3f83de79-c81c-43e2-ac56-bbb755c07a02" providerId="ADAL" clId="{0169A10B-7A1B-4780-8EB1-66779DFD7188}" dt="2026-07-01T13:50:16.806" v="1313" actId="164"/>
          <ac:cxnSpMkLst>
            <pc:docMk/>
            <pc:sldMk cId="1909375894" sldId="256"/>
            <ac:cxnSpMk id="11" creationId="{EEABDF57-6A95-B86D-6E28-ED11089AD062}"/>
          </ac:cxnSpMkLst>
        </pc:cxnChg>
        <pc:cxnChg chg="mod topLvl">
          <ac:chgData name="Akira Terui" userId="3f83de79-c81c-43e2-ac56-bbb755c07a02" providerId="ADAL" clId="{0169A10B-7A1B-4780-8EB1-66779DFD7188}" dt="2026-07-01T13:50:16.806" v="1313" actId="164"/>
          <ac:cxnSpMkLst>
            <pc:docMk/>
            <pc:sldMk cId="1909375894" sldId="256"/>
            <ac:cxnSpMk id="12" creationId="{05A9E7E3-F772-6CF5-BEAE-BC6D5F2A59F0}"/>
          </ac:cxnSpMkLst>
        </pc:cxnChg>
        <pc:cxnChg chg="add del mod">
          <ac:chgData name="Akira Terui" userId="3f83de79-c81c-43e2-ac56-bbb755c07a02" providerId="ADAL" clId="{0169A10B-7A1B-4780-8EB1-66779DFD7188}" dt="2026-07-01T14:14:05.616" v="1573" actId="1036"/>
          <ac:cxnSpMkLst>
            <pc:docMk/>
            <pc:sldMk cId="1909375894" sldId="256"/>
            <ac:cxnSpMk id="20" creationId="{6B734BBC-C203-C8A7-BD12-B6BB0E117E0F}"/>
          </ac:cxnSpMkLst>
        </pc:cxnChg>
        <pc:cxnChg chg="mod">
          <ac:chgData name="Akira Terui" userId="3f83de79-c81c-43e2-ac56-bbb755c07a02" providerId="ADAL" clId="{0169A10B-7A1B-4780-8EB1-66779DFD7188}" dt="2026-07-01T14:04:37.645" v="1524" actId="692"/>
          <ac:cxnSpMkLst>
            <pc:docMk/>
            <pc:sldMk cId="1909375894" sldId="256"/>
            <ac:cxnSpMk id="21" creationId="{4CD9063B-CDB7-A6B7-1561-ED6D450C6AC7}"/>
          </ac:cxnSpMkLst>
        </pc:cxnChg>
        <pc:cxnChg chg="add mod">
          <ac:chgData name="Akira Terui" userId="3f83de79-c81c-43e2-ac56-bbb755c07a02" providerId="ADAL" clId="{0169A10B-7A1B-4780-8EB1-66779DFD7188}" dt="2026-07-01T14:04:21.262" v="1523" actId="692"/>
          <ac:cxnSpMkLst>
            <pc:docMk/>
            <pc:sldMk cId="1909375894" sldId="256"/>
            <ac:cxnSpMk id="28" creationId="{AB259CBB-0171-ED16-61B6-0F1B61D37604}"/>
          </ac:cxnSpMkLst>
        </pc:cxnChg>
        <pc:cxnChg chg="mod topLvl">
          <ac:chgData name="Akira Terui" userId="3f83de79-c81c-43e2-ac56-bbb755c07a02" providerId="ADAL" clId="{0169A10B-7A1B-4780-8EB1-66779DFD7188}" dt="2026-07-01T13:49:59.865" v="1310" actId="164"/>
          <ac:cxnSpMkLst>
            <pc:docMk/>
            <pc:sldMk cId="1909375894" sldId="256"/>
            <ac:cxnSpMk id="44" creationId="{C27AC35A-0DA4-6497-ECB1-31480FC291B5}"/>
          </ac:cxnSpMkLst>
        </pc:cxnChg>
        <pc:cxnChg chg="mod">
          <ac:chgData name="Akira Terui" userId="3f83de79-c81c-43e2-ac56-bbb755c07a02" providerId="ADAL" clId="{0169A10B-7A1B-4780-8EB1-66779DFD7188}" dt="2026-07-01T13:19:00.357" v="259" actId="1038"/>
          <ac:cxnSpMkLst>
            <pc:docMk/>
            <pc:sldMk cId="1909375894" sldId="256"/>
            <ac:cxnSpMk id="47" creationId="{A10097FB-5F79-A12F-C81F-1623D0E33003}"/>
          </ac:cxnSpMkLst>
        </pc:cxnChg>
        <pc:cxnChg chg="mod">
          <ac:chgData name="Akira Terui" userId="3f83de79-c81c-43e2-ac56-bbb755c07a02" providerId="ADAL" clId="{0169A10B-7A1B-4780-8EB1-66779DFD7188}" dt="2026-07-01T13:19:56.202" v="305" actId="1037"/>
          <ac:cxnSpMkLst>
            <pc:docMk/>
            <pc:sldMk cId="1909375894" sldId="256"/>
            <ac:cxnSpMk id="60" creationId="{FAC712F8-DB71-9ACD-CA43-C2CF7CBD4992}"/>
          </ac:cxnSpMkLst>
        </pc:cxnChg>
        <pc:cxnChg chg="mod">
          <ac:chgData name="Akira Terui" userId="3f83de79-c81c-43e2-ac56-bbb755c07a02" providerId="ADAL" clId="{0169A10B-7A1B-4780-8EB1-66779DFD7188}" dt="2026-07-01T13:22:01.596" v="411" actId="1035"/>
          <ac:cxnSpMkLst>
            <pc:docMk/>
            <pc:sldMk cId="1909375894" sldId="256"/>
            <ac:cxnSpMk id="64" creationId="{558014BA-16DF-9196-F12B-3585ADF7D3D8}"/>
          </ac:cxnSpMkLst>
        </pc:cxnChg>
        <pc:cxnChg chg="mod">
          <ac:chgData name="Akira Terui" userId="3f83de79-c81c-43e2-ac56-bbb755c07a02" providerId="ADAL" clId="{0169A10B-7A1B-4780-8EB1-66779DFD7188}" dt="2026-07-01T13:19:56.202" v="305" actId="1037"/>
          <ac:cxnSpMkLst>
            <pc:docMk/>
            <pc:sldMk cId="1909375894" sldId="256"/>
            <ac:cxnSpMk id="65" creationId="{CE68C199-903D-85ED-A0FF-9AD523F24C49}"/>
          </ac:cxnSpMkLst>
        </pc:cxnChg>
        <pc:cxnChg chg="mod">
          <ac:chgData name="Akira Terui" userId="3f83de79-c81c-43e2-ac56-bbb755c07a02" providerId="ADAL" clId="{0169A10B-7A1B-4780-8EB1-66779DFD7188}" dt="2026-07-01T13:20:40.414" v="320" actId="1035"/>
          <ac:cxnSpMkLst>
            <pc:docMk/>
            <pc:sldMk cId="1909375894" sldId="256"/>
            <ac:cxnSpMk id="68" creationId="{52D23B09-9E3B-7872-E72C-FF835206FB61}"/>
          </ac:cxnSpMkLst>
        </pc:cxnChg>
        <pc:cxnChg chg="add mod">
          <ac:chgData name="Akira Terui" userId="3f83de79-c81c-43e2-ac56-bbb755c07a02" providerId="ADAL" clId="{0169A10B-7A1B-4780-8EB1-66779DFD7188}" dt="2026-07-01T14:05:04.429" v="1529" actId="1035"/>
          <ac:cxnSpMkLst>
            <pc:docMk/>
            <pc:sldMk cId="1909375894" sldId="256"/>
            <ac:cxnSpMk id="99" creationId="{D9B1EF40-00C5-1819-BCA5-EFD36F949E06}"/>
          </ac:cxnSpMkLst>
        </pc:cxnChg>
      </pc:sldChg>
    </pc:docChg>
  </pc:docChgLst>
  <pc:docChgLst>
    <pc:chgData name="Akira Terui" userId="3f83de79-c81c-43e2-ac56-bbb755c07a02" providerId="ADAL" clId="{02B81203-7BF0-4F96-B65C-8AB01D97A066}"/>
    <pc:docChg chg="undo custSel modSld">
      <pc:chgData name="Akira Terui" userId="3f83de79-c81c-43e2-ac56-bbb755c07a02" providerId="ADAL" clId="{02B81203-7BF0-4F96-B65C-8AB01D97A066}" dt="2026-07-01T19:13:57.001" v="65" actId="208"/>
      <pc:docMkLst>
        <pc:docMk/>
      </pc:docMkLst>
      <pc:sldChg chg="addSp modSp mod">
        <pc:chgData name="Akira Terui" userId="3f83de79-c81c-43e2-ac56-bbb755c07a02" providerId="ADAL" clId="{02B81203-7BF0-4F96-B65C-8AB01D97A066}" dt="2026-07-01T19:13:57.001" v="65" actId="208"/>
        <pc:sldMkLst>
          <pc:docMk/>
          <pc:sldMk cId="1909375894" sldId="256"/>
        </pc:sldMkLst>
        <pc:spChg chg="mod">
          <ac:chgData name="Akira Terui" userId="3f83de79-c81c-43e2-ac56-bbb755c07a02" providerId="ADAL" clId="{02B81203-7BF0-4F96-B65C-8AB01D97A066}" dt="2026-07-01T14:32:07.851" v="56" actId="2711"/>
          <ac:spMkLst>
            <pc:docMk/>
            <pc:sldMk cId="1909375894" sldId="256"/>
            <ac:spMk id="7" creationId="{B1F3E2F2-C812-A441-4971-99C8963825B9}"/>
          </ac:spMkLst>
        </pc:spChg>
        <pc:spChg chg="mod">
          <ac:chgData name="Akira Terui" userId="3f83de79-c81c-43e2-ac56-bbb755c07a02" providerId="ADAL" clId="{02B81203-7BF0-4F96-B65C-8AB01D97A066}" dt="2026-07-01T14:32:07.851" v="56" actId="2711"/>
          <ac:spMkLst>
            <pc:docMk/>
            <pc:sldMk cId="1909375894" sldId="256"/>
            <ac:spMk id="29" creationId="{DC21287D-5699-8380-67A9-EA9E39AC2522}"/>
          </ac:spMkLst>
        </pc:spChg>
        <pc:spChg chg="mod">
          <ac:chgData name="Akira Terui" userId="3f83de79-c81c-43e2-ac56-bbb755c07a02" providerId="ADAL" clId="{02B81203-7BF0-4F96-B65C-8AB01D97A066}" dt="2026-07-01T14:32:07.851" v="56" actId="2711"/>
          <ac:spMkLst>
            <pc:docMk/>
            <pc:sldMk cId="1909375894" sldId="256"/>
            <ac:spMk id="58" creationId="{A3C091DA-264A-7F87-88CA-55A87FC5888D}"/>
          </ac:spMkLst>
        </pc:spChg>
        <pc:spChg chg="mod">
          <ac:chgData name="Akira Terui" userId="3f83de79-c81c-43e2-ac56-bbb755c07a02" providerId="ADAL" clId="{02B81203-7BF0-4F96-B65C-8AB01D97A066}" dt="2026-07-01T14:32:07.851" v="56" actId="2711"/>
          <ac:spMkLst>
            <pc:docMk/>
            <pc:sldMk cId="1909375894" sldId="256"/>
            <ac:spMk id="63" creationId="{C49A7F1B-05C3-1118-C78E-D059521099DB}"/>
          </ac:spMkLst>
        </pc:spChg>
        <pc:spChg chg="mod">
          <ac:chgData name="Akira Terui" userId="3f83de79-c81c-43e2-ac56-bbb755c07a02" providerId="ADAL" clId="{02B81203-7BF0-4F96-B65C-8AB01D97A066}" dt="2026-07-01T14:29:45.093" v="5" actId="255"/>
          <ac:spMkLst>
            <pc:docMk/>
            <pc:sldMk cId="1909375894" sldId="256"/>
            <ac:spMk id="73" creationId="{49879CCA-4DA6-2961-013E-D7379B5FEA1A}"/>
          </ac:spMkLst>
        </pc:spChg>
        <pc:spChg chg="mod">
          <ac:chgData name="Akira Terui" userId="3f83de79-c81c-43e2-ac56-bbb755c07a02" providerId="ADAL" clId="{02B81203-7BF0-4F96-B65C-8AB01D97A066}" dt="2026-07-01T14:31:41.879" v="46" actId="552"/>
          <ac:spMkLst>
            <pc:docMk/>
            <pc:sldMk cId="1909375894" sldId="256"/>
            <ac:spMk id="74" creationId="{6E7319D2-46E2-B8E3-58C1-348DAE6A855D}"/>
          </ac:spMkLst>
        </pc:spChg>
        <pc:spChg chg="mod">
          <ac:chgData name="Akira Terui" userId="3f83de79-c81c-43e2-ac56-bbb755c07a02" providerId="ADAL" clId="{02B81203-7BF0-4F96-B65C-8AB01D97A066}" dt="2026-07-01T14:31:41.879" v="46" actId="552"/>
          <ac:spMkLst>
            <pc:docMk/>
            <pc:sldMk cId="1909375894" sldId="256"/>
            <ac:spMk id="75" creationId="{516E1C5B-8C83-BFC9-C6A3-F79D3B7BC2CC}"/>
          </ac:spMkLst>
        </pc:spChg>
        <pc:spChg chg="mod">
          <ac:chgData name="Akira Terui" userId="3f83de79-c81c-43e2-ac56-bbb755c07a02" providerId="ADAL" clId="{02B81203-7BF0-4F96-B65C-8AB01D97A066}" dt="2026-07-01T14:32:07.851" v="56" actId="2711"/>
          <ac:spMkLst>
            <pc:docMk/>
            <pc:sldMk cId="1909375894" sldId="256"/>
            <ac:spMk id="100" creationId="{09F36B01-58AA-076E-1E9B-6370D7B3676C}"/>
          </ac:spMkLst>
        </pc:spChg>
        <pc:spChg chg="mod">
          <ac:chgData name="Akira Terui" userId="3f83de79-c81c-43e2-ac56-bbb755c07a02" providerId="ADAL" clId="{02B81203-7BF0-4F96-B65C-8AB01D97A066}" dt="2026-07-01T14:31:02.958" v="39" actId="552"/>
          <ac:spMkLst>
            <pc:docMk/>
            <pc:sldMk cId="1909375894" sldId="256"/>
            <ac:spMk id="225" creationId="{6A0DD742-92F8-5E9B-318C-3E34F6DCB5F6}"/>
          </ac:spMkLst>
        </pc:spChg>
        <pc:spChg chg="mod">
          <ac:chgData name="Akira Terui" userId="3f83de79-c81c-43e2-ac56-bbb755c07a02" providerId="ADAL" clId="{02B81203-7BF0-4F96-B65C-8AB01D97A066}" dt="2026-07-01T14:31:02.958" v="39" actId="552"/>
          <ac:spMkLst>
            <pc:docMk/>
            <pc:sldMk cId="1909375894" sldId="256"/>
            <ac:spMk id="226" creationId="{8B296F1E-38C7-CFB6-D71D-A78118F9FECC}"/>
          </ac:spMkLst>
        </pc:spChg>
        <pc:spChg chg="mod">
          <ac:chgData name="Akira Terui" userId="3f83de79-c81c-43e2-ac56-bbb755c07a02" providerId="ADAL" clId="{02B81203-7BF0-4F96-B65C-8AB01D97A066}" dt="2026-07-01T14:32:07.851" v="56" actId="2711"/>
          <ac:spMkLst>
            <pc:docMk/>
            <pc:sldMk cId="1909375894" sldId="256"/>
            <ac:spMk id="237" creationId="{2802DC72-4FEC-D9EC-F0C8-16E725442D84}"/>
          </ac:spMkLst>
        </pc:spChg>
        <pc:grpChg chg="add mod">
          <ac:chgData name="Akira Terui" userId="3f83de79-c81c-43e2-ac56-bbb755c07a02" providerId="ADAL" clId="{02B81203-7BF0-4F96-B65C-8AB01D97A066}" dt="2026-07-01T14:31:22.278" v="44" actId="12788"/>
          <ac:grpSpMkLst>
            <pc:docMk/>
            <pc:sldMk cId="1909375894" sldId="256"/>
            <ac:grpSpMk id="5" creationId="{0C95F35C-BD3F-8078-23A3-9ACBABA93CE1}"/>
          </ac:grpSpMkLst>
        </pc:grpChg>
        <pc:grpChg chg="add mod">
          <ac:chgData name="Akira Terui" userId="3f83de79-c81c-43e2-ac56-bbb755c07a02" providerId="ADAL" clId="{02B81203-7BF0-4F96-B65C-8AB01D97A066}" dt="2026-07-01T15:52:30.466" v="64" actId="1037"/>
          <ac:grpSpMkLst>
            <pc:docMk/>
            <pc:sldMk cId="1909375894" sldId="256"/>
            <ac:grpSpMk id="9" creationId="{2BBCBFA6-8BA7-2035-E991-C8E4A7BAE704}"/>
          </ac:grpSpMkLst>
        </pc:grpChg>
        <pc:grpChg chg="mod">
          <ac:chgData name="Akira Terui" userId="3f83de79-c81c-43e2-ac56-bbb755c07a02" providerId="ADAL" clId="{02B81203-7BF0-4F96-B65C-8AB01D97A066}" dt="2026-07-01T14:30:38.445" v="26" actId="164"/>
          <ac:grpSpMkLst>
            <pc:docMk/>
            <pc:sldMk cId="1909375894" sldId="256"/>
            <ac:grpSpMk id="88" creationId="{1BE98CD2-07EF-6230-AD0E-4407E64B4219}"/>
          </ac:grpSpMkLst>
        </pc:grpChg>
        <pc:grpChg chg="mod">
          <ac:chgData name="Akira Terui" userId="3f83de79-c81c-43e2-ac56-bbb755c07a02" providerId="ADAL" clId="{02B81203-7BF0-4F96-B65C-8AB01D97A066}" dt="2026-07-01T14:30:17.850" v="14" actId="164"/>
          <ac:grpSpMkLst>
            <pc:docMk/>
            <pc:sldMk cId="1909375894" sldId="256"/>
            <ac:grpSpMk id="145" creationId="{C58A03FD-0B11-05C3-025C-221316D8FB0D}"/>
          </ac:grpSpMkLst>
        </pc:grpChg>
        <pc:grpChg chg="mod">
          <ac:chgData name="Akira Terui" userId="3f83de79-c81c-43e2-ac56-bbb755c07a02" providerId="ADAL" clId="{02B81203-7BF0-4F96-B65C-8AB01D97A066}" dt="2026-07-01T14:30:17.850" v="14" actId="164"/>
          <ac:grpSpMkLst>
            <pc:docMk/>
            <pc:sldMk cId="1909375894" sldId="256"/>
            <ac:grpSpMk id="196" creationId="{0C5C5671-40B4-B784-1860-15A1B5F65063}"/>
          </ac:grpSpMkLst>
        </pc:grpChg>
        <pc:grpChg chg="mod">
          <ac:chgData name="Akira Terui" userId="3f83de79-c81c-43e2-ac56-bbb755c07a02" providerId="ADAL" clId="{02B81203-7BF0-4F96-B65C-8AB01D97A066}" dt="2026-07-01T14:30:17.850" v="14" actId="164"/>
          <ac:grpSpMkLst>
            <pc:docMk/>
            <pc:sldMk cId="1909375894" sldId="256"/>
            <ac:grpSpMk id="223" creationId="{1D6547B1-30AD-DD80-89D7-CAFC87142F3C}"/>
          </ac:grpSpMkLst>
        </pc:grpChg>
        <pc:grpChg chg="mod">
          <ac:chgData name="Akira Terui" userId="3f83de79-c81c-43e2-ac56-bbb755c07a02" providerId="ADAL" clId="{02B81203-7BF0-4F96-B65C-8AB01D97A066}" dt="2026-07-01T14:30:38.445" v="26" actId="164"/>
          <ac:grpSpMkLst>
            <pc:docMk/>
            <pc:sldMk cId="1909375894" sldId="256"/>
            <ac:grpSpMk id="224" creationId="{DA4EF7C0-BC2B-AA97-2948-A9DCA9597A93}"/>
          </ac:grpSpMkLst>
        </pc:grpChg>
        <pc:cxnChg chg="mod">
          <ac:chgData name="Akira Terui" userId="3f83de79-c81c-43e2-ac56-bbb755c07a02" providerId="ADAL" clId="{02B81203-7BF0-4F96-B65C-8AB01D97A066}" dt="2026-07-01T14:29:45.093" v="5" actId="255"/>
          <ac:cxnSpMkLst>
            <pc:docMk/>
            <pc:sldMk cId="1909375894" sldId="256"/>
            <ac:cxnSpMk id="21" creationId="{4CD9063B-CDB7-A6B7-1561-ED6D450C6AC7}"/>
          </ac:cxnSpMkLst>
        </pc:cxnChg>
        <pc:cxnChg chg="mod">
          <ac:chgData name="Akira Terui" userId="3f83de79-c81c-43e2-ac56-bbb755c07a02" providerId="ADAL" clId="{02B81203-7BF0-4F96-B65C-8AB01D97A066}" dt="2026-07-01T14:31:22.278" v="44" actId="12788"/>
          <ac:cxnSpMkLst>
            <pc:docMk/>
            <pc:sldMk cId="1909375894" sldId="256"/>
            <ac:cxnSpMk id="99" creationId="{D9B1EF40-00C5-1819-BCA5-EFD36F949E06}"/>
          </ac:cxnSpMkLst>
        </pc:cxnChg>
        <pc:cxnChg chg="mod">
          <ac:chgData name="Akira Terui" userId="3f83de79-c81c-43e2-ac56-bbb755c07a02" providerId="ADAL" clId="{02B81203-7BF0-4F96-B65C-8AB01D97A066}" dt="2026-07-01T19:13:57.001" v="65" actId="208"/>
          <ac:cxnSpMkLst>
            <pc:docMk/>
            <pc:sldMk cId="1909375894" sldId="256"/>
            <ac:cxnSpMk id="220" creationId="{9FF1A1A1-5ECF-517D-958A-C21AC141A10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5850" y="897890"/>
            <a:ext cx="6515100" cy="1910080"/>
          </a:xfrm>
        </p:spPr>
        <p:txBody>
          <a:bodyPr anchor="b"/>
          <a:lstStyle>
            <a:lvl1pPr algn="ctr">
              <a:defRPr sz="42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5850" y="2881630"/>
            <a:ext cx="6515100" cy="1324610"/>
          </a:xfrm>
        </p:spPr>
        <p:txBody>
          <a:bodyPr/>
          <a:lstStyle>
            <a:lvl1pPr marL="0" indent="0" algn="ctr">
              <a:buNone/>
              <a:defRPr sz="1710"/>
            </a:lvl1pPr>
            <a:lvl2pPr marL="325755" indent="0" algn="ctr">
              <a:buNone/>
              <a:defRPr sz="1425"/>
            </a:lvl2pPr>
            <a:lvl3pPr marL="651510" indent="0" algn="ctr">
              <a:buNone/>
              <a:defRPr sz="1283"/>
            </a:lvl3pPr>
            <a:lvl4pPr marL="977265" indent="0" algn="ctr">
              <a:buNone/>
              <a:defRPr sz="1140"/>
            </a:lvl4pPr>
            <a:lvl5pPr marL="1303020" indent="0" algn="ctr">
              <a:buNone/>
              <a:defRPr sz="1140"/>
            </a:lvl5pPr>
            <a:lvl6pPr marL="1628775" indent="0" algn="ctr">
              <a:buNone/>
              <a:defRPr sz="1140"/>
            </a:lvl6pPr>
            <a:lvl7pPr marL="1954530" indent="0" algn="ctr">
              <a:buNone/>
              <a:defRPr sz="1140"/>
            </a:lvl7pPr>
            <a:lvl8pPr marL="2280285" indent="0" algn="ctr">
              <a:buNone/>
              <a:defRPr sz="1140"/>
            </a:lvl8pPr>
            <a:lvl9pPr marL="2606040" indent="0" algn="ctr">
              <a:buNone/>
              <a:defRPr sz="11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7AFE-EDF6-42DC-A53E-DD7BA985893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3B76F-5858-46D7-8A47-EC5CD56CC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28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7AFE-EDF6-42DC-A53E-DD7BA985893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3B76F-5858-46D7-8A47-EC5CD56CC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8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93" y="1367791"/>
            <a:ext cx="7492365" cy="2282190"/>
          </a:xfrm>
        </p:spPr>
        <p:txBody>
          <a:bodyPr anchor="b"/>
          <a:lstStyle>
            <a:lvl1pPr>
              <a:defRPr sz="42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2693" y="3671571"/>
            <a:ext cx="7492365" cy="1200150"/>
          </a:xfrm>
        </p:spPr>
        <p:txBody>
          <a:bodyPr/>
          <a:lstStyle>
            <a:lvl1pPr marL="0" indent="0">
              <a:buNone/>
              <a:defRPr sz="1710">
                <a:solidFill>
                  <a:schemeClr val="tx1">
                    <a:tint val="82000"/>
                  </a:schemeClr>
                </a:solidFill>
              </a:defRPr>
            </a:lvl1pPr>
            <a:lvl2pPr marL="325755" indent="0">
              <a:buNone/>
              <a:defRPr sz="1425">
                <a:solidFill>
                  <a:schemeClr val="tx1">
                    <a:tint val="82000"/>
                  </a:schemeClr>
                </a:solidFill>
              </a:defRPr>
            </a:lvl2pPr>
            <a:lvl3pPr marL="651510" indent="0">
              <a:buNone/>
              <a:defRPr sz="1283">
                <a:solidFill>
                  <a:schemeClr val="tx1">
                    <a:tint val="82000"/>
                  </a:schemeClr>
                </a:solidFill>
              </a:defRPr>
            </a:lvl3pPr>
            <a:lvl4pPr marL="977265" indent="0">
              <a:buNone/>
              <a:defRPr sz="1140">
                <a:solidFill>
                  <a:schemeClr val="tx1">
                    <a:tint val="82000"/>
                  </a:schemeClr>
                </a:solidFill>
              </a:defRPr>
            </a:lvl4pPr>
            <a:lvl5pPr marL="1303020" indent="0">
              <a:buNone/>
              <a:defRPr sz="1140">
                <a:solidFill>
                  <a:schemeClr val="tx1">
                    <a:tint val="82000"/>
                  </a:schemeClr>
                </a:solidFill>
              </a:defRPr>
            </a:lvl5pPr>
            <a:lvl6pPr marL="1628775" indent="0">
              <a:buNone/>
              <a:defRPr sz="1140">
                <a:solidFill>
                  <a:schemeClr val="tx1">
                    <a:tint val="82000"/>
                  </a:schemeClr>
                </a:solidFill>
              </a:defRPr>
            </a:lvl6pPr>
            <a:lvl7pPr marL="1954530" indent="0">
              <a:buNone/>
              <a:defRPr sz="1140">
                <a:solidFill>
                  <a:schemeClr val="tx1">
                    <a:tint val="82000"/>
                  </a:schemeClr>
                </a:solidFill>
              </a:defRPr>
            </a:lvl7pPr>
            <a:lvl8pPr marL="2280285" indent="0">
              <a:buNone/>
              <a:defRPr sz="1140">
                <a:solidFill>
                  <a:schemeClr val="tx1">
                    <a:tint val="82000"/>
                  </a:schemeClr>
                </a:solidFill>
              </a:defRPr>
            </a:lvl8pPr>
            <a:lvl9pPr marL="2606040" indent="0">
              <a:buNone/>
              <a:defRPr sz="11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7AFE-EDF6-42DC-A53E-DD7BA985893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3B76F-5858-46D7-8A47-EC5CD56CC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4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218" y="1460500"/>
            <a:ext cx="369189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7693" y="1460500"/>
            <a:ext cx="369189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7AFE-EDF6-42DC-A53E-DD7BA985893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3B76F-5858-46D7-8A47-EC5CD56CC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27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292101"/>
            <a:ext cx="7492365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349" y="1344930"/>
            <a:ext cx="3674923" cy="659130"/>
          </a:xfrm>
        </p:spPr>
        <p:txBody>
          <a:bodyPr anchor="b"/>
          <a:lstStyle>
            <a:lvl1pPr marL="0" indent="0">
              <a:buNone/>
              <a:defRPr sz="1710" b="1"/>
            </a:lvl1pPr>
            <a:lvl2pPr marL="325755" indent="0">
              <a:buNone/>
              <a:defRPr sz="1425" b="1"/>
            </a:lvl2pPr>
            <a:lvl3pPr marL="651510" indent="0">
              <a:buNone/>
              <a:defRPr sz="1283" b="1"/>
            </a:lvl3pPr>
            <a:lvl4pPr marL="977265" indent="0">
              <a:buNone/>
              <a:defRPr sz="1140" b="1"/>
            </a:lvl4pPr>
            <a:lvl5pPr marL="1303020" indent="0">
              <a:buNone/>
              <a:defRPr sz="1140" b="1"/>
            </a:lvl5pPr>
            <a:lvl6pPr marL="1628775" indent="0">
              <a:buNone/>
              <a:defRPr sz="1140" b="1"/>
            </a:lvl6pPr>
            <a:lvl7pPr marL="1954530" indent="0">
              <a:buNone/>
              <a:defRPr sz="1140" b="1"/>
            </a:lvl7pPr>
            <a:lvl8pPr marL="2280285" indent="0">
              <a:buNone/>
              <a:defRPr sz="1140" b="1"/>
            </a:lvl8pPr>
            <a:lvl9pPr marL="2606040" indent="0">
              <a:buNone/>
              <a:defRPr sz="11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349" y="2004060"/>
            <a:ext cx="3674923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7693" y="1344930"/>
            <a:ext cx="3693021" cy="659130"/>
          </a:xfrm>
        </p:spPr>
        <p:txBody>
          <a:bodyPr anchor="b"/>
          <a:lstStyle>
            <a:lvl1pPr marL="0" indent="0">
              <a:buNone/>
              <a:defRPr sz="1710" b="1"/>
            </a:lvl1pPr>
            <a:lvl2pPr marL="325755" indent="0">
              <a:buNone/>
              <a:defRPr sz="1425" b="1"/>
            </a:lvl2pPr>
            <a:lvl3pPr marL="651510" indent="0">
              <a:buNone/>
              <a:defRPr sz="1283" b="1"/>
            </a:lvl3pPr>
            <a:lvl4pPr marL="977265" indent="0">
              <a:buNone/>
              <a:defRPr sz="1140" b="1"/>
            </a:lvl4pPr>
            <a:lvl5pPr marL="1303020" indent="0">
              <a:buNone/>
              <a:defRPr sz="1140" b="1"/>
            </a:lvl5pPr>
            <a:lvl6pPr marL="1628775" indent="0">
              <a:buNone/>
              <a:defRPr sz="1140" b="1"/>
            </a:lvl6pPr>
            <a:lvl7pPr marL="1954530" indent="0">
              <a:buNone/>
              <a:defRPr sz="1140" b="1"/>
            </a:lvl7pPr>
            <a:lvl8pPr marL="2280285" indent="0">
              <a:buNone/>
              <a:defRPr sz="1140" b="1"/>
            </a:lvl8pPr>
            <a:lvl9pPr marL="2606040" indent="0">
              <a:buNone/>
              <a:defRPr sz="11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7693" y="2004060"/>
            <a:ext cx="3693021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7AFE-EDF6-42DC-A53E-DD7BA985893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3B76F-5858-46D7-8A47-EC5CD56CC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31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7AFE-EDF6-42DC-A53E-DD7BA985893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3B76F-5858-46D7-8A47-EC5CD56CC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47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7AFE-EDF6-42DC-A53E-DD7BA985893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3B76F-5858-46D7-8A47-EC5CD56CC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4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365760"/>
            <a:ext cx="2801719" cy="1280160"/>
          </a:xfrm>
        </p:spPr>
        <p:txBody>
          <a:bodyPr anchor="b"/>
          <a:lstStyle>
            <a:lvl1pPr>
              <a:defRPr sz="2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021" y="789940"/>
            <a:ext cx="4397693" cy="3898900"/>
          </a:xfrm>
        </p:spPr>
        <p:txBody>
          <a:bodyPr/>
          <a:lstStyle>
            <a:lvl1pPr>
              <a:defRPr sz="2280"/>
            </a:lvl1pPr>
            <a:lvl2pPr>
              <a:defRPr sz="1995"/>
            </a:lvl2pPr>
            <a:lvl3pPr>
              <a:defRPr sz="1710"/>
            </a:lvl3pPr>
            <a:lvl4pPr>
              <a:defRPr sz="1425"/>
            </a:lvl4pPr>
            <a:lvl5pPr>
              <a:defRPr sz="1425"/>
            </a:lvl5pPr>
            <a:lvl6pPr>
              <a:defRPr sz="1425"/>
            </a:lvl6pPr>
            <a:lvl7pPr>
              <a:defRPr sz="1425"/>
            </a:lvl7pPr>
            <a:lvl8pPr>
              <a:defRPr sz="1425"/>
            </a:lvl8pPr>
            <a:lvl9pPr>
              <a:defRPr sz="14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1645920"/>
            <a:ext cx="2801719" cy="3049270"/>
          </a:xfrm>
        </p:spPr>
        <p:txBody>
          <a:bodyPr/>
          <a:lstStyle>
            <a:lvl1pPr marL="0" indent="0">
              <a:buNone/>
              <a:defRPr sz="1140"/>
            </a:lvl1pPr>
            <a:lvl2pPr marL="325755" indent="0">
              <a:buNone/>
              <a:defRPr sz="998"/>
            </a:lvl2pPr>
            <a:lvl3pPr marL="651510" indent="0">
              <a:buNone/>
              <a:defRPr sz="855"/>
            </a:lvl3pPr>
            <a:lvl4pPr marL="977265" indent="0">
              <a:buNone/>
              <a:defRPr sz="713"/>
            </a:lvl4pPr>
            <a:lvl5pPr marL="1303020" indent="0">
              <a:buNone/>
              <a:defRPr sz="713"/>
            </a:lvl5pPr>
            <a:lvl6pPr marL="1628775" indent="0">
              <a:buNone/>
              <a:defRPr sz="713"/>
            </a:lvl6pPr>
            <a:lvl7pPr marL="1954530" indent="0">
              <a:buNone/>
              <a:defRPr sz="713"/>
            </a:lvl7pPr>
            <a:lvl8pPr marL="2280285" indent="0">
              <a:buNone/>
              <a:defRPr sz="713"/>
            </a:lvl8pPr>
            <a:lvl9pPr marL="2606040" indent="0">
              <a:buNone/>
              <a:defRPr sz="7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7AFE-EDF6-42DC-A53E-DD7BA985893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3B76F-5858-46D7-8A47-EC5CD56CC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4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365760"/>
            <a:ext cx="2801719" cy="1280160"/>
          </a:xfrm>
        </p:spPr>
        <p:txBody>
          <a:bodyPr anchor="b"/>
          <a:lstStyle>
            <a:lvl1pPr>
              <a:defRPr sz="2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93021" y="789940"/>
            <a:ext cx="4397693" cy="3898900"/>
          </a:xfrm>
        </p:spPr>
        <p:txBody>
          <a:bodyPr anchor="t"/>
          <a:lstStyle>
            <a:lvl1pPr marL="0" indent="0">
              <a:buNone/>
              <a:defRPr sz="2280"/>
            </a:lvl1pPr>
            <a:lvl2pPr marL="325755" indent="0">
              <a:buNone/>
              <a:defRPr sz="1995"/>
            </a:lvl2pPr>
            <a:lvl3pPr marL="651510" indent="0">
              <a:buNone/>
              <a:defRPr sz="1710"/>
            </a:lvl3pPr>
            <a:lvl4pPr marL="977265" indent="0">
              <a:buNone/>
              <a:defRPr sz="1425"/>
            </a:lvl4pPr>
            <a:lvl5pPr marL="1303020" indent="0">
              <a:buNone/>
              <a:defRPr sz="1425"/>
            </a:lvl5pPr>
            <a:lvl6pPr marL="1628775" indent="0">
              <a:buNone/>
              <a:defRPr sz="1425"/>
            </a:lvl6pPr>
            <a:lvl7pPr marL="1954530" indent="0">
              <a:buNone/>
              <a:defRPr sz="1425"/>
            </a:lvl7pPr>
            <a:lvl8pPr marL="2280285" indent="0">
              <a:buNone/>
              <a:defRPr sz="1425"/>
            </a:lvl8pPr>
            <a:lvl9pPr marL="2606040" indent="0">
              <a:buNone/>
              <a:defRPr sz="14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1645920"/>
            <a:ext cx="2801719" cy="3049270"/>
          </a:xfrm>
        </p:spPr>
        <p:txBody>
          <a:bodyPr/>
          <a:lstStyle>
            <a:lvl1pPr marL="0" indent="0">
              <a:buNone/>
              <a:defRPr sz="1140"/>
            </a:lvl1pPr>
            <a:lvl2pPr marL="325755" indent="0">
              <a:buNone/>
              <a:defRPr sz="998"/>
            </a:lvl2pPr>
            <a:lvl3pPr marL="651510" indent="0">
              <a:buNone/>
              <a:defRPr sz="855"/>
            </a:lvl3pPr>
            <a:lvl4pPr marL="977265" indent="0">
              <a:buNone/>
              <a:defRPr sz="713"/>
            </a:lvl4pPr>
            <a:lvl5pPr marL="1303020" indent="0">
              <a:buNone/>
              <a:defRPr sz="713"/>
            </a:lvl5pPr>
            <a:lvl6pPr marL="1628775" indent="0">
              <a:buNone/>
              <a:defRPr sz="713"/>
            </a:lvl6pPr>
            <a:lvl7pPr marL="1954530" indent="0">
              <a:buNone/>
              <a:defRPr sz="713"/>
            </a:lvl7pPr>
            <a:lvl8pPr marL="2280285" indent="0">
              <a:buNone/>
              <a:defRPr sz="713"/>
            </a:lvl8pPr>
            <a:lvl9pPr marL="2606040" indent="0">
              <a:buNone/>
              <a:defRPr sz="7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7AFE-EDF6-42DC-A53E-DD7BA985893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3B76F-5858-46D7-8A47-EC5CD56CC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90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7AFE-EDF6-42DC-A53E-DD7BA985893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3B76F-5858-46D7-8A47-EC5CD56CC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75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16491" y="292100"/>
            <a:ext cx="1873091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7217" y="292100"/>
            <a:ext cx="5510689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7AFE-EDF6-42DC-A53E-DD7BA985893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3B76F-5858-46D7-8A47-EC5CD56CC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62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218" y="292101"/>
            <a:ext cx="7492365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218" y="1460500"/>
            <a:ext cx="7492365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218" y="5085080"/>
            <a:ext cx="195453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37AFE-EDF6-42DC-A53E-DD7BA985893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7503" y="5085080"/>
            <a:ext cx="293179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35053" y="5085080"/>
            <a:ext cx="195453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3B76F-5858-46D7-8A47-EC5CD56CC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l" defTabSz="651510" rtl="0" eaLnBrk="1" latinLnBrk="0" hangingPunct="1">
        <a:lnSpc>
          <a:spcPct val="90000"/>
        </a:lnSpc>
        <a:spcBef>
          <a:spcPct val="0"/>
        </a:spcBef>
        <a:buNone/>
        <a:defRPr sz="31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878" indent="-162878" algn="l" defTabSz="651510" rtl="0" eaLnBrk="1" latinLnBrk="0" hangingPunct="1">
        <a:lnSpc>
          <a:spcPct val="90000"/>
        </a:lnSpc>
        <a:spcBef>
          <a:spcPts val="713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1pPr>
      <a:lvl2pPr marL="488633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2pPr>
      <a:lvl3pPr marL="814388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3pPr>
      <a:lvl4pPr marL="1140143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4pPr>
      <a:lvl5pPr marL="1465898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5pPr>
      <a:lvl6pPr marL="1791653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6pPr>
      <a:lvl7pPr marL="2117408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7pPr>
      <a:lvl8pPr marL="2443163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8pPr>
      <a:lvl9pPr marL="2768918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1pPr>
      <a:lvl2pPr marL="325755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2pPr>
      <a:lvl3pPr marL="65151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3pPr>
      <a:lvl4pPr marL="977265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4pPr>
      <a:lvl5pPr marL="130302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5pPr>
      <a:lvl6pPr marL="1628775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6pPr>
      <a:lvl7pPr marL="195453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7pPr>
      <a:lvl8pPr marL="2280285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DC001D1-B74D-AEF5-7CDB-A2C0CF7C7796}"/>
              </a:ext>
            </a:extLst>
          </p:cNvPr>
          <p:cNvGrpSpPr/>
          <p:nvPr/>
        </p:nvGrpSpPr>
        <p:grpSpPr>
          <a:xfrm>
            <a:off x="259834" y="133914"/>
            <a:ext cx="8167132" cy="5218572"/>
            <a:chOff x="468087" y="191628"/>
            <a:chExt cx="8167132" cy="521857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1F3E2F2-C812-A441-4971-99C8963825B9}"/>
                    </a:ext>
                  </a:extLst>
                </p:cNvPr>
                <p:cNvSpPr txBox="1"/>
                <p:nvPr/>
              </p:nvSpPr>
              <p:spPr>
                <a:xfrm>
                  <a:off x="468087" y="1588370"/>
                  <a:ext cx="2287751" cy="6639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57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Upstream river length </a:t>
                  </a:r>
                  <a14:m>
                    <m:oMath xmlns:m="http://schemas.openxmlformats.org/officeDocument/2006/math">
                      <m:r>
                        <a:rPr lang="en-US" sz="1857" i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</m:oMath>
                  </a14:m>
                  <a:endParaRPr lang="en-US" sz="1857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1F3E2F2-C812-A441-4971-99C8963825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087" y="1588370"/>
                  <a:ext cx="2287751" cy="663900"/>
                </a:xfrm>
                <a:prstGeom prst="rect">
                  <a:avLst/>
                </a:prstGeom>
                <a:blipFill>
                  <a:blip r:embed="rId2"/>
                  <a:stretch>
                    <a:fillRect l="-2400" t="-4587" b="-146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49879CCA-4DA6-2961-013E-D7379B5FEA1A}"/>
                    </a:ext>
                  </a:extLst>
                </p:cNvPr>
                <p:cNvSpPr txBox="1"/>
                <p:nvPr/>
              </p:nvSpPr>
              <p:spPr>
                <a:xfrm>
                  <a:off x="1305507" y="3240209"/>
                  <a:ext cx="1245149" cy="6639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857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r>
                          <a:rPr lang="en-US" sz="1857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=15</m:t>
                        </m:r>
                      </m:oMath>
                    </m:oMathPara>
                  </a14:m>
                  <a:endParaRPr lang="en-US" sz="1857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5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57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857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1857" i="1">
                            <a:latin typeface="Cambria Math" panose="02040503050406030204" pitchFamily="18" charset="0"/>
                          </a:rPr>
                          <m:t>=0.20</m:t>
                        </m:r>
                      </m:oMath>
                    </m:oMathPara>
                  </a14:m>
                  <a:endParaRPr lang="en-US" sz="1857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49879CCA-4DA6-2961-013E-D7379B5FEA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5507" y="3240209"/>
                  <a:ext cx="1245149" cy="663900"/>
                </a:xfrm>
                <a:prstGeom prst="rect">
                  <a:avLst/>
                </a:prstGeom>
                <a:blipFill>
                  <a:blip r:embed="rId3"/>
                  <a:stretch>
                    <a:fillRect b="-9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49A7F1B-05C3-1118-C78E-D059521099DB}"/>
                    </a:ext>
                  </a:extLst>
                </p:cNvPr>
                <p:cNvSpPr txBox="1"/>
                <p:nvPr/>
              </p:nvSpPr>
              <p:spPr>
                <a:xfrm>
                  <a:off x="538843" y="461645"/>
                  <a:ext cx="2076274" cy="6639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57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Increasing</a:t>
                  </a:r>
                </a:p>
                <a:p>
                  <a:r>
                    <a:rPr lang="en-US" sz="1857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total river length </a:t>
                  </a:r>
                  <a14:m>
                    <m:oMath xmlns:m="http://schemas.openxmlformats.org/officeDocument/2006/math">
                      <m:r>
                        <a:rPr lang="en-US" sz="1857" i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</m:oMath>
                  </a14:m>
                  <a:endParaRPr lang="en-US" sz="1857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49A7F1B-05C3-1118-C78E-D059521099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843" y="461645"/>
                  <a:ext cx="2076274" cy="663900"/>
                </a:xfrm>
                <a:prstGeom prst="rect">
                  <a:avLst/>
                </a:prstGeom>
                <a:blipFill>
                  <a:blip r:embed="rId4"/>
                  <a:stretch>
                    <a:fillRect l="-2639" t="-3670" b="-146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6E7319D2-46E2-B8E3-58C1-348DAE6A855D}"/>
                    </a:ext>
                  </a:extLst>
                </p:cNvPr>
                <p:cNvSpPr txBox="1"/>
                <p:nvPr/>
              </p:nvSpPr>
              <p:spPr>
                <a:xfrm>
                  <a:off x="2752348" y="461645"/>
                  <a:ext cx="1245149" cy="6639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857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1857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=35</m:t>
                        </m:r>
                      </m:oMath>
                    </m:oMathPara>
                  </a14:m>
                  <a:endParaRPr lang="en-US" sz="1857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57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57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857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1857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=0.20</m:t>
                        </m:r>
                      </m:oMath>
                    </m:oMathPara>
                  </a14:m>
                  <a:endParaRPr lang="en-US" sz="1857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6E7319D2-46E2-B8E3-58C1-348DAE6A85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2348" y="461645"/>
                  <a:ext cx="1245149" cy="663900"/>
                </a:xfrm>
                <a:prstGeom prst="rect">
                  <a:avLst/>
                </a:prstGeom>
                <a:blipFill>
                  <a:blip r:embed="rId5"/>
                  <a:stretch>
                    <a:fillRect b="-9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3C091DA-264A-7F87-88CA-55A87FC5888D}"/>
                    </a:ext>
                  </a:extLst>
                </p:cNvPr>
                <p:cNvSpPr txBox="1"/>
                <p:nvPr/>
              </p:nvSpPr>
              <p:spPr>
                <a:xfrm>
                  <a:off x="538844" y="4746300"/>
                  <a:ext cx="2017027" cy="6639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57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Increasing</a:t>
                  </a:r>
                </a:p>
                <a:p>
                  <a:r>
                    <a:rPr lang="en-US" sz="1857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branching rate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57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57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sz="1857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</m:sSub>
                    </m:oMath>
                  </a14:m>
                  <a:endParaRPr lang="en-US" sz="1857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3C091DA-264A-7F87-88CA-55A87FC588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844" y="4746300"/>
                  <a:ext cx="2017027" cy="663900"/>
                </a:xfrm>
                <a:prstGeom prst="rect">
                  <a:avLst/>
                </a:prstGeom>
                <a:blipFill>
                  <a:blip r:embed="rId6"/>
                  <a:stretch>
                    <a:fillRect l="-2719" t="-4587" b="-146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16E1C5B-8C83-BFC9-C6A3-F79D3B7BC2CC}"/>
                    </a:ext>
                  </a:extLst>
                </p:cNvPr>
                <p:cNvSpPr txBox="1"/>
                <p:nvPr/>
              </p:nvSpPr>
              <p:spPr>
                <a:xfrm>
                  <a:off x="2752348" y="4746300"/>
                  <a:ext cx="1245149" cy="6639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857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1857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=15</m:t>
                        </m:r>
                      </m:oMath>
                    </m:oMathPara>
                  </a14:m>
                  <a:endParaRPr lang="en-US" sz="1857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57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57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857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1857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=1.00</m:t>
                        </m:r>
                      </m:oMath>
                    </m:oMathPara>
                  </a14:m>
                  <a:endParaRPr lang="en-US" sz="1857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16E1C5B-8C83-BFC9-C6A3-F79D3B7BC2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2348" y="4746300"/>
                  <a:ext cx="1245149" cy="663900"/>
                </a:xfrm>
                <a:prstGeom prst="rect">
                  <a:avLst/>
                </a:prstGeom>
                <a:blipFill>
                  <a:blip r:embed="rId7"/>
                  <a:stretch>
                    <a:fillRect b="-9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CD9063B-CDB7-A6B7-1561-ED6D450C6AC7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H="1" flipV="1">
              <a:off x="1611963" y="2252271"/>
              <a:ext cx="639127" cy="48435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BBCBFA6-8BA7-2035-E991-C8E4A7BAE704}"/>
                </a:ext>
              </a:extLst>
            </p:cNvPr>
            <p:cNvGrpSpPr/>
            <p:nvPr/>
          </p:nvGrpSpPr>
          <p:grpSpPr>
            <a:xfrm>
              <a:off x="4656868" y="191628"/>
              <a:ext cx="3978351" cy="2974875"/>
              <a:chOff x="4624138" y="100477"/>
              <a:chExt cx="4284378" cy="3203711"/>
            </a:xfrm>
          </p:grpSpPr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DA4EF7C0-BC2B-AA97-2948-A9DCA9597A93}"/>
                  </a:ext>
                </a:extLst>
              </p:cNvPr>
              <p:cNvGrpSpPr/>
              <p:nvPr/>
            </p:nvGrpSpPr>
            <p:grpSpPr>
              <a:xfrm>
                <a:off x="4624138" y="100477"/>
                <a:ext cx="884835" cy="3203711"/>
                <a:chOff x="4443377" y="368861"/>
                <a:chExt cx="931406" cy="3372328"/>
              </a:xfrm>
            </p:grpSpPr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8D2404A1-70DC-90FA-136B-CF2C44B1F4E9}"/>
                    </a:ext>
                  </a:extLst>
                </p:cNvPr>
                <p:cNvGrpSpPr/>
                <p:nvPr/>
              </p:nvGrpSpPr>
              <p:grpSpPr>
                <a:xfrm>
                  <a:off x="4929775" y="2828298"/>
                  <a:ext cx="90000" cy="912891"/>
                  <a:chOff x="5744668" y="2862191"/>
                  <a:chExt cx="90000" cy="912891"/>
                </a:xfrm>
              </p:grpSpPr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6E5E9412-6260-3837-0E1C-AE1C6617ED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89668" y="2862191"/>
                    <a:ext cx="0" cy="457200"/>
                  </a:xfrm>
                  <a:prstGeom prst="line">
                    <a:avLst/>
                  </a:prstGeom>
                  <a:ln cap="rnd">
                    <a:solidFill>
                      <a:srgbClr val="2B2B2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C92EBED7-DD92-83F3-5B05-20E57C7D5C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89668" y="3317882"/>
                    <a:ext cx="0" cy="45720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DC42A1F9-E8B6-DE0C-0024-A3667BC06B08}"/>
                      </a:ext>
                    </a:extLst>
                  </p:cNvPr>
                  <p:cNvSpPr/>
                  <p:nvPr/>
                </p:nvSpPr>
                <p:spPr>
                  <a:xfrm>
                    <a:off x="5744668" y="3274391"/>
                    <a:ext cx="90000" cy="90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31" dirty="0"/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43E49B26-9626-8772-C535-9529A672E826}"/>
                    </a:ext>
                  </a:extLst>
                </p:cNvPr>
                <p:cNvGrpSpPr/>
                <p:nvPr/>
              </p:nvGrpSpPr>
              <p:grpSpPr>
                <a:xfrm rot="20025706">
                  <a:off x="4443377" y="1956247"/>
                  <a:ext cx="472030" cy="1097280"/>
                  <a:chOff x="4631680" y="1828050"/>
                  <a:chExt cx="472030" cy="1097280"/>
                </a:xfrm>
              </p:grpSpPr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A10097FB-5F79-A12F-C81F-1623D0E330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00000" flipV="1">
                    <a:off x="5103710" y="2479440"/>
                    <a:ext cx="0" cy="365760"/>
                  </a:xfrm>
                  <a:prstGeom prst="line">
                    <a:avLst/>
                  </a:prstGeom>
                  <a:ln cap="rnd">
                    <a:solidFill>
                      <a:srgbClr val="2B2B2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F387CDDF-A3E7-7378-9675-868C9C8577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400000" flipV="1">
                    <a:off x="4631680" y="1828050"/>
                    <a:ext cx="0" cy="1097280"/>
                  </a:xfrm>
                  <a:prstGeom prst="line">
                    <a:avLst/>
                  </a:prstGeom>
                  <a:ln cap="rnd">
                    <a:solidFill>
                      <a:srgbClr val="2B2B2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52ABF4AB-8DA1-DF6C-56C5-B187C531ECAE}"/>
                    </a:ext>
                  </a:extLst>
                </p:cNvPr>
                <p:cNvGrpSpPr/>
                <p:nvPr/>
              </p:nvGrpSpPr>
              <p:grpSpPr>
                <a:xfrm rot="20373604">
                  <a:off x="4566856" y="368861"/>
                  <a:ext cx="446987" cy="1371600"/>
                  <a:chOff x="5100056" y="427341"/>
                  <a:chExt cx="446987" cy="1371600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FAC712F8-DB71-9ACD-CA43-C2CF7CBD49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400000" flipV="1">
                    <a:off x="5100056" y="1319260"/>
                    <a:ext cx="0" cy="457200"/>
                  </a:xfrm>
                  <a:prstGeom prst="line">
                    <a:avLst/>
                  </a:prstGeom>
                  <a:ln cap="rnd">
                    <a:solidFill>
                      <a:srgbClr val="2B2B2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558014BA-16DF-9196-F12B-3585ADF7D3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526396" flipV="1">
                    <a:off x="5547043" y="427341"/>
                    <a:ext cx="0" cy="1371600"/>
                  </a:xfrm>
                  <a:prstGeom prst="line">
                    <a:avLst/>
                  </a:prstGeom>
                  <a:ln cap="rnd">
                    <a:solidFill>
                      <a:srgbClr val="2B2B2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261444A3-EBC2-A531-7270-BCF228B2F151}"/>
                    </a:ext>
                  </a:extLst>
                </p:cNvPr>
                <p:cNvGrpSpPr/>
                <p:nvPr/>
              </p:nvGrpSpPr>
              <p:grpSpPr>
                <a:xfrm rot="21102984">
                  <a:off x="4968419" y="1112576"/>
                  <a:ext cx="406364" cy="1463040"/>
                  <a:chOff x="5303196" y="1225219"/>
                  <a:chExt cx="406364" cy="1463040"/>
                </a:xfrm>
              </p:grpSpPr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CE68C199-903D-85ED-A0FF-9AD523F24C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303196" y="1740664"/>
                    <a:ext cx="0" cy="822960"/>
                  </a:xfrm>
                  <a:prstGeom prst="line">
                    <a:avLst/>
                  </a:prstGeom>
                  <a:ln cap="rnd">
                    <a:solidFill>
                      <a:srgbClr val="2B2B2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52D23B09-9E3B-7872-E72C-FF835206FB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997016" flipV="1">
                    <a:off x="5709560" y="1225219"/>
                    <a:ext cx="0" cy="1463040"/>
                  </a:xfrm>
                  <a:prstGeom prst="line">
                    <a:avLst/>
                  </a:prstGeom>
                  <a:ln cap="rnd">
                    <a:solidFill>
                      <a:srgbClr val="2B2B2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1BE98CD2-07EF-6230-AD0E-4407E64B4219}"/>
                  </a:ext>
                </a:extLst>
              </p:cNvPr>
              <p:cNvGrpSpPr/>
              <p:nvPr/>
            </p:nvGrpSpPr>
            <p:grpSpPr>
              <a:xfrm>
                <a:off x="6387329" y="835907"/>
                <a:ext cx="2521187" cy="2468279"/>
                <a:chOff x="7060830" y="1099527"/>
                <a:chExt cx="2653881" cy="2598189"/>
              </a:xfrm>
            </p:grpSpPr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474FEA00-0E5C-A0BC-4EA2-51F88887D9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400000" flipV="1">
                  <a:off x="8427869" y="2185323"/>
                  <a:ext cx="0" cy="685800"/>
                </a:xfrm>
                <a:prstGeom prst="line">
                  <a:avLst/>
                </a:prstGeom>
                <a:ln cap="rnd">
                  <a:solidFill>
                    <a:srgbClr val="2B2B2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C1A42754-5114-F213-BD3F-5B9C5617CBAA}"/>
                    </a:ext>
                  </a:extLst>
                </p:cNvPr>
                <p:cNvGrpSpPr/>
                <p:nvPr/>
              </p:nvGrpSpPr>
              <p:grpSpPr>
                <a:xfrm>
                  <a:off x="8165277" y="2784825"/>
                  <a:ext cx="90000" cy="912891"/>
                  <a:chOff x="5744668" y="2862191"/>
                  <a:chExt cx="90000" cy="912891"/>
                </a:xfrm>
              </p:grpSpPr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8F50E76C-D2FD-70DE-B66E-1894A380B0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89668" y="2862191"/>
                    <a:ext cx="0" cy="457200"/>
                  </a:xfrm>
                  <a:prstGeom prst="line">
                    <a:avLst/>
                  </a:prstGeom>
                  <a:ln cap="rnd">
                    <a:solidFill>
                      <a:srgbClr val="2B2B2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E2B77087-CD99-3BBF-7A4C-F3C6BADF29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89668" y="3317882"/>
                    <a:ext cx="0" cy="45720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1" name="Oval 80">
                    <a:extLst>
                      <a:ext uri="{FF2B5EF4-FFF2-40B4-BE49-F238E27FC236}">
                        <a16:creationId xmlns:a16="http://schemas.microsoft.com/office/drawing/2014/main" id="{89F8A15B-836B-7314-53BF-62AA01F97A4D}"/>
                      </a:ext>
                    </a:extLst>
                  </p:cNvPr>
                  <p:cNvSpPr/>
                  <p:nvPr/>
                </p:nvSpPr>
                <p:spPr>
                  <a:xfrm>
                    <a:off x="5744668" y="3274391"/>
                    <a:ext cx="90000" cy="90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31" dirty="0"/>
                  </a:p>
                </p:txBody>
              </p:sp>
            </p:grp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67EC62E-6A82-2AF2-F322-89FC7BA6E5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400000" flipV="1">
                  <a:off x="7861465" y="1821976"/>
                  <a:ext cx="0" cy="1097280"/>
                </a:xfrm>
                <a:prstGeom prst="line">
                  <a:avLst/>
                </a:prstGeom>
                <a:ln cap="rnd">
                  <a:solidFill>
                    <a:srgbClr val="2B2B2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67E1ADB9-1500-F323-0432-2873ED218EE6}"/>
                    </a:ext>
                  </a:extLst>
                </p:cNvPr>
                <p:cNvGrpSpPr/>
                <p:nvPr/>
              </p:nvGrpSpPr>
              <p:grpSpPr>
                <a:xfrm rot="19646886">
                  <a:off x="7060830" y="1099527"/>
                  <a:ext cx="551649" cy="1005840"/>
                  <a:chOff x="6751602" y="1065977"/>
                  <a:chExt cx="551649" cy="1005840"/>
                </a:xfrm>
              </p:grpSpPr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7C4A232D-A12B-0D80-D1E2-6A25F8E27A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400000" flipV="1">
                    <a:off x="6751602" y="1307454"/>
                    <a:ext cx="0" cy="731520"/>
                  </a:xfrm>
                  <a:prstGeom prst="line">
                    <a:avLst/>
                  </a:prstGeom>
                  <a:ln cap="rnd">
                    <a:solidFill>
                      <a:srgbClr val="2B2B2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1D4FE0F3-2F03-40D9-6E35-60A316FB96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00000" flipV="1">
                    <a:off x="7303251" y="1065977"/>
                    <a:ext cx="0" cy="1005840"/>
                  </a:xfrm>
                  <a:prstGeom prst="line">
                    <a:avLst/>
                  </a:prstGeom>
                  <a:ln cap="rnd">
                    <a:solidFill>
                      <a:srgbClr val="2B2B2B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8C42EDF2-9655-1783-5BFD-19620A32ED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648279" y="1438543"/>
                  <a:ext cx="0" cy="822960"/>
                </a:xfrm>
                <a:prstGeom prst="line">
                  <a:avLst/>
                </a:prstGeom>
                <a:ln cap="rnd">
                  <a:solidFill>
                    <a:srgbClr val="2B2B2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BC829004-1F28-C6E1-882E-9C129D2C5C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 flipV="1">
                  <a:off x="9143211" y="1406275"/>
                  <a:ext cx="0" cy="1143000"/>
                </a:xfrm>
                <a:prstGeom prst="line">
                  <a:avLst/>
                </a:prstGeom>
                <a:ln cap="rnd">
                  <a:solidFill>
                    <a:srgbClr val="2B2B2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2" name="Arc 101">
              <a:extLst>
                <a:ext uri="{FF2B5EF4-FFF2-40B4-BE49-F238E27FC236}">
                  <a16:creationId xmlns:a16="http://schemas.microsoft.com/office/drawing/2014/main" id="{A40355BE-9F27-2C96-FA23-A838F8953C20}"/>
                </a:ext>
              </a:extLst>
            </p:cNvPr>
            <p:cNvSpPr/>
            <p:nvPr/>
          </p:nvSpPr>
          <p:spPr>
            <a:xfrm flipH="1" flipV="1">
              <a:off x="2925531" y="3138492"/>
              <a:ext cx="2118413" cy="1485753"/>
            </a:xfrm>
            <a:prstGeom prst="arc">
              <a:avLst/>
            </a:prstGeom>
            <a:ln w="762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triangl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88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C95F35C-BD3F-8078-23A3-9ACBABA93CE1}"/>
                </a:ext>
              </a:extLst>
            </p:cNvPr>
            <p:cNvGrpSpPr/>
            <p:nvPr/>
          </p:nvGrpSpPr>
          <p:grpSpPr>
            <a:xfrm>
              <a:off x="4949743" y="3497711"/>
              <a:ext cx="2730618" cy="1178886"/>
              <a:chOff x="4889735" y="4505267"/>
              <a:chExt cx="2940666" cy="1269569"/>
            </a:xfrm>
          </p:grpSpPr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C58A03FD-0B11-05C3-025C-221316D8FB0D}"/>
                  </a:ext>
                </a:extLst>
              </p:cNvPr>
              <p:cNvGrpSpPr/>
              <p:nvPr/>
            </p:nvGrpSpPr>
            <p:grpSpPr>
              <a:xfrm>
                <a:off x="4889735" y="4950197"/>
                <a:ext cx="706633" cy="824639"/>
                <a:chOff x="4579733" y="6772415"/>
                <a:chExt cx="743824" cy="868041"/>
              </a:xfrm>
            </p:grpSpPr>
            <p:grpSp>
              <p:nvGrpSpPr>
                <p:cNvPr id="120" name="Group 119">
                  <a:extLst>
                    <a:ext uri="{FF2B5EF4-FFF2-40B4-BE49-F238E27FC236}">
                      <a16:creationId xmlns:a16="http://schemas.microsoft.com/office/drawing/2014/main" id="{5B0CACF9-CFC7-400A-4967-A898C6E16668}"/>
                    </a:ext>
                  </a:extLst>
                </p:cNvPr>
                <p:cNvGrpSpPr/>
                <p:nvPr/>
              </p:nvGrpSpPr>
              <p:grpSpPr>
                <a:xfrm rot="18900000">
                  <a:off x="4718950" y="7343842"/>
                  <a:ext cx="90000" cy="182880"/>
                  <a:chOff x="4760548" y="6991109"/>
                  <a:chExt cx="90000" cy="182880"/>
                </a:xfrm>
              </p:grpSpPr>
              <p:cxnSp>
                <p:nvCxnSpPr>
                  <p:cNvPr id="115" name="Straight Connector 114">
                    <a:extLst>
                      <a:ext uri="{FF2B5EF4-FFF2-40B4-BE49-F238E27FC236}">
                        <a16:creationId xmlns:a16="http://schemas.microsoft.com/office/drawing/2014/main" id="{77CFD6DA-EA74-4D78-A476-61C01AC7E1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795" flipV="1">
                    <a:off x="4805548" y="6991109"/>
                    <a:ext cx="0" cy="91440"/>
                  </a:xfrm>
                  <a:prstGeom prst="line">
                    <a:avLst/>
                  </a:prstGeom>
                  <a:ln cap="rnd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Straight Connector 115">
                    <a:extLst>
                      <a:ext uri="{FF2B5EF4-FFF2-40B4-BE49-F238E27FC236}">
                        <a16:creationId xmlns:a16="http://schemas.microsoft.com/office/drawing/2014/main" id="{86924AAB-9F30-B3C7-888C-64F607C60F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795" flipV="1">
                    <a:off x="4805548" y="7082549"/>
                    <a:ext cx="0" cy="9144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588FCE71-622F-3F6F-C25A-9965A192FEFE}"/>
                      </a:ext>
                    </a:extLst>
                  </p:cNvPr>
                  <p:cNvSpPr/>
                  <p:nvPr/>
                </p:nvSpPr>
                <p:spPr>
                  <a:xfrm>
                    <a:off x="4760548" y="7033515"/>
                    <a:ext cx="90000" cy="90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31" dirty="0"/>
                  </a:p>
                </p:txBody>
              </p:sp>
            </p:grp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E6F91B87-01AA-BCD2-5332-7DB2BEC97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716689" flipV="1">
                  <a:off x="4883386" y="7288653"/>
                  <a:ext cx="0" cy="228600"/>
                </a:xfrm>
                <a:prstGeom prst="line">
                  <a:avLst/>
                </a:prstGeom>
                <a:ln cap="rnd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86786A40-9DBE-9FE6-7FD6-F5E125D47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29826" y="7503296"/>
                  <a:ext cx="0" cy="137160"/>
                </a:xfrm>
                <a:prstGeom prst="line">
                  <a:avLst/>
                </a:prstGeom>
                <a:ln cap="rnd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E98F9A6A-FEC8-72BF-2BC0-5181D81E0B33}"/>
                    </a:ext>
                  </a:extLst>
                </p:cNvPr>
                <p:cNvGrpSpPr/>
                <p:nvPr/>
              </p:nvGrpSpPr>
              <p:grpSpPr>
                <a:xfrm>
                  <a:off x="4674520" y="6918126"/>
                  <a:ext cx="226879" cy="155448"/>
                  <a:chOff x="5022208" y="7241941"/>
                  <a:chExt cx="226879" cy="155448"/>
                </a:xfrm>
              </p:grpSpPr>
              <p:cxnSp>
                <p:nvCxnSpPr>
                  <p:cNvPr id="123" name="Straight Connector 122">
                    <a:extLst>
                      <a:ext uri="{FF2B5EF4-FFF2-40B4-BE49-F238E27FC236}">
                        <a16:creationId xmlns:a16="http://schemas.microsoft.com/office/drawing/2014/main" id="{5C9560E9-3BAE-2D5C-00A3-514DA4AD66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127364" y="7234967"/>
                    <a:ext cx="0" cy="210312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693BFDD2-2DC7-55B6-215C-55DBC02ABA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200000" flipV="1">
                    <a:off x="5249087" y="7241941"/>
                    <a:ext cx="0" cy="155448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68177AF4-4668-5FBF-F1FD-1014F15C3460}"/>
                    </a:ext>
                  </a:extLst>
                </p:cNvPr>
                <p:cNvGrpSpPr/>
                <p:nvPr/>
              </p:nvGrpSpPr>
              <p:grpSpPr>
                <a:xfrm rot="19669366">
                  <a:off x="4579733" y="7165546"/>
                  <a:ext cx="91440" cy="237744"/>
                  <a:chOff x="5432164" y="7234966"/>
                  <a:chExt cx="91440" cy="237744"/>
                </a:xfrm>
              </p:grpSpPr>
              <p:cxnSp>
                <p:nvCxnSpPr>
                  <p:cNvPr id="125" name="Straight Connector 124">
                    <a:extLst>
                      <a:ext uri="{FF2B5EF4-FFF2-40B4-BE49-F238E27FC236}">
                        <a16:creationId xmlns:a16="http://schemas.microsoft.com/office/drawing/2014/main" id="{A026AC4F-C6F1-CB3F-5AD5-690238D812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1800000" flipV="1">
                    <a:off x="5432164" y="7234966"/>
                    <a:ext cx="0" cy="237744"/>
                  </a:xfrm>
                  <a:prstGeom prst="line">
                    <a:avLst/>
                  </a:prstGeom>
                  <a:ln cap="rnd">
                    <a:solidFill>
                      <a:schemeClr val="tx1">
                        <a:lumMod val="95000"/>
                        <a:lumOff val="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D7501529-88E8-EF8C-E2A9-436FB1BF83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800000" flipV="1">
                    <a:off x="5523604" y="7337344"/>
                    <a:ext cx="0" cy="128016"/>
                  </a:xfrm>
                  <a:prstGeom prst="line">
                    <a:avLst/>
                  </a:prstGeom>
                  <a:ln cap="rnd">
                    <a:solidFill>
                      <a:schemeClr val="tx1">
                        <a:lumMod val="95000"/>
                        <a:lumOff val="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A141EAA3-E2CC-F50F-9C06-91AC7D84E175}"/>
                    </a:ext>
                  </a:extLst>
                </p:cNvPr>
                <p:cNvGrpSpPr/>
                <p:nvPr/>
              </p:nvGrpSpPr>
              <p:grpSpPr>
                <a:xfrm rot="2130009">
                  <a:off x="4728844" y="6772415"/>
                  <a:ext cx="274320" cy="98861"/>
                  <a:chOff x="5617265" y="7299550"/>
                  <a:chExt cx="274320" cy="98861"/>
                </a:xfrm>
              </p:grpSpPr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2A98866B-7830-258C-1CE4-8580C69411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3000000" flipV="1">
                    <a:off x="5754425" y="7162390"/>
                    <a:ext cx="0" cy="27432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Connector 127">
                    <a:extLst>
                      <a:ext uri="{FF2B5EF4-FFF2-40B4-BE49-F238E27FC236}">
                        <a16:creationId xmlns:a16="http://schemas.microsoft.com/office/drawing/2014/main" id="{F4C3D70A-15B3-C405-4545-4418B2FFAA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00000" flipV="1">
                    <a:off x="5889364" y="7306971"/>
                    <a:ext cx="0" cy="9144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0" name="Group 139">
                  <a:extLst>
                    <a:ext uri="{FF2B5EF4-FFF2-40B4-BE49-F238E27FC236}">
                      <a16:creationId xmlns:a16="http://schemas.microsoft.com/office/drawing/2014/main" id="{5E0903A6-C5D4-716D-DD7C-23E94F39EAB8}"/>
                    </a:ext>
                  </a:extLst>
                </p:cNvPr>
                <p:cNvGrpSpPr/>
                <p:nvPr/>
              </p:nvGrpSpPr>
              <p:grpSpPr>
                <a:xfrm rot="3548578">
                  <a:off x="5077609" y="7127751"/>
                  <a:ext cx="120156" cy="182880"/>
                  <a:chOff x="6041764" y="7234966"/>
                  <a:chExt cx="120156" cy="182880"/>
                </a:xfrm>
              </p:grpSpPr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36A445DE-62DA-A8F0-8167-9AE7400F81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2400000" flipV="1">
                    <a:off x="6041764" y="7234966"/>
                    <a:ext cx="0" cy="18288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>
                    <a:extLst>
                      <a:ext uri="{FF2B5EF4-FFF2-40B4-BE49-F238E27FC236}">
                        <a16:creationId xmlns:a16="http://schemas.microsoft.com/office/drawing/2014/main" id="{60149D77-46B6-6335-475C-E622A72F09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00000" flipV="1">
                    <a:off x="6161920" y="7234966"/>
                    <a:ext cx="0" cy="18288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46E29F9C-FB19-88A9-5029-BB65FC03429F}"/>
                    </a:ext>
                  </a:extLst>
                </p:cNvPr>
                <p:cNvGrpSpPr/>
                <p:nvPr/>
              </p:nvGrpSpPr>
              <p:grpSpPr>
                <a:xfrm rot="1716689">
                  <a:off x="4895143" y="7119349"/>
                  <a:ext cx="199071" cy="228600"/>
                  <a:chOff x="6216073" y="7156917"/>
                  <a:chExt cx="199071" cy="228600"/>
                </a:xfrm>
              </p:grpSpPr>
              <p:cxnSp>
                <p:nvCxnSpPr>
                  <p:cNvPr id="131" name="Straight Connector 130">
                    <a:extLst>
                      <a:ext uri="{FF2B5EF4-FFF2-40B4-BE49-F238E27FC236}">
                        <a16:creationId xmlns:a16="http://schemas.microsoft.com/office/drawing/2014/main" id="{930F2918-54BF-6655-0154-A12FF6E6C8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700000" flipV="1">
                    <a:off x="6346564" y="7234966"/>
                    <a:ext cx="0" cy="13716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Straight Connector 131">
                    <a:extLst>
                      <a:ext uri="{FF2B5EF4-FFF2-40B4-BE49-F238E27FC236}">
                        <a16:creationId xmlns:a16="http://schemas.microsoft.com/office/drawing/2014/main" id="{49441368-BAE4-5A62-3D9E-314FE747B8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2700000" flipV="1">
                    <a:off x="6216073" y="7156917"/>
                    <a:ext cx="0" cy="22860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9310219E-52BD-2C02-3AA9-FA6106DA313C}"/>
                    </a:ext>
                  </a:extLst>
                </p:cNvPr>
                <p:cNvGrpSpPr/>
                <p:nvPr/>
              </p:nvGrpSpPr>
              <p:grpSpPr>
                <a:xfrm rot="1758806">
                  <a:off x="5102801" y="6946852"/>
                  <a:ext cx="220756" cy="182880"/>
                  <a:chOff x="5410200" y="7295171"/>
                  <a:chExt cx="220756" cy="182880"/>
                </a:xfrm>
              </p:grpSpPr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4354B513-3E63-5D94-4E96-1B898D8167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2700000" flipV="1">
                    <a:off x="5410200" y="7295171"/>
                    <a:ext cx="0" cy="18288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B32178CE-7E7E-56A5-54DB-02CC796639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700000" flipV="1">
                    <a:off x="5539516" y="7295171"/>
                    <a:ext cx="0" cy="18288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0C5C5671-40B4-B784-1860-15A1B5F65063}"/>
                  </a:ext>
                </a:extLst>
              </p:cNvPr>
              <p:cNvGrpSpPr/>
              <p:nvPr/>
            </p:nvGrpSpPr>
            <p:grpSpPr>
              <a:xfrm>
                <a:off x="5974055" y="4505267"/>
                <a:ext cx="461293" cy="1269561"/>
                <a:chOff x="4823530" y="5472274"/>
                <a:chExt cx="485571" cy="1336380"/>
              </a:xfrm>
            </p:grpSpPr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85FC2F72-4C1F-E8E1-55A1-F571E245583E}"/>
                    </a:ext>
                  </a:extLst>
                </p:cNvPr>
                <p:cNvGrpSpPr/>
                <p:nvPr/>
              </p:nvGrpSpPr>
              <p:grpSpPr>
                <a:xfrm rot="18900000">
                  <a:off x="5121394" y="6512040"/>
                  <a:ext cx="90000" cy="182880"/>
                  <a:chOff x="4760548" y="6991109"/>
                  <a:chExt cx="90000" cy="182880"/>
                </a:xfrm>
              </p:grpSpPr>
              <p:cxnSp>
                <p:nvCxnSpPr>
                  <p:cNvPr id="168" name="Straight Connector 167">
                    <a:extLst>
                      <a:ext uri="{FF2B5EF4-FFF2-40B4-BE49-F238E27FC236}">
                        <a16:creationId xmlns:a16="http://schemas.microsoft.com/office/drawing/2014/main" id="{2F287D70-A213-1804-F320-4E9EBFDDEC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795" flipV="1">
                    <a:off x="4805548" y="6991109"/>
                    <a:ext cx="0" cy="91440"/>
                  </a:xfrm>
                  <a:prstGeom prst="line">
                    <a:avLst/>
                  </a:prstGeom>
                  <a:ln cap="rnd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A080FE9F-DC42-49E3-83B1-B38EE712AD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795" flipV="1">
                    <a:off x="4805548" y="7082549"/>
                    <a:ext cx="0" cy="9144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0" name="Oval 169">
                    <a:extLst>
                      <a:ext uri="{FF2B5EF4-FFF2-40B4-BE49-F238E27FC236}">
                        <a16:creationId xmlns:a16="http://schemas.microsoft.com/office/drawing/2014/main" id="{12D78E07-180A-0BDE-35B5-F1FF61015184}"/>
                      </a:ext>
                    </a:extLst>
                  </p:cNvPr>
                  <p:cNvSpPr/>
                  <p:nvPr/>
                </p:nvSpPr>
                <p:spPr>
                  <a:xfrm>
                    <a:off x="4760548" y="7033515"/>
                    <a:ext cx="90000" cy="90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31" dirty="0"/>
                  </a:p>
                </p:txBody>
              </p:sp>
            </p:grp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1E0F85FF-C7CC-8FF9-B964-56CB43966E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716689" flipV="1">
                  <a:off x="5285830" y="6456851"/>
                  <a:ext cx="0" cy="228600"/>
                </a:xfrm>
                <a:prstGeom prst="line">
                  <a:avLst/>
                </a:prstGeom>
                <a:ln cap="rnd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EB83E1CA-5553-5BA4-13F8-BE57DA9E51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232270" y="6671494"/>
                  <a:ext cx="0" cy="137160"/>
                </a:xfrm>
                <a:prstGeom prst="line">
                  <a:avLst/>
                </a:prstGeom>
                <a:ln cap="rnd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BC008A0F-C5C2-96E8-DF65-E7BF56E1502E}"/>
                    </a:ext>
                  </a:extLst>
                </p:cNvPr>
                <p:cNvGrpSpPr/>
                <p:nvPr/>
              </p:nvGrpSpPr>
              <p:grpSpPr>
                <a:xfrm>
                  <a:off x="4823530" y="6023264"/>
                  <a:ext cx="226879" cy="155448"/>
                  <a:chOff x="5022208" y="7241941"/>
                  <a:chExt cx="226879" cy="155448"/>
                </a:xfrm>
              </p:grpSpPr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BA6BC869-3640-7039-6382-5627B4FB33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127364" y="7234967"/>
                    <a:ext cx="0" cy="210312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Straight Connector 166">
                    <a:extLst>
                      <a:ext uri="{FF2B5EF4-FFF2-40B4-BE49-F238E27FC236}">
                        <a16:creationId xmlns:a16="http://schemas.microsoft.com/office/drawing/2014/main" id="{63862F28-CA70-061C-3ED6-00817E8542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200000" flipV="1">
                    <a:off x="5249087" y="7241941"/>
                    <a:ext cx="0" cy="155448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6298C513-7361-2D22-1C63-5E6BD4449187}"/>
                    </a:ext>
                  </a:extLst>
                </p:cNvPr>
                <p:cNvGrpSpPr/>
                <p:nvPr/>
              </p:nvGrpSpPr>
              <p:grpSpPr>
                <a:xfrm rot="19669366">
                  <a:off x="4984558" y="6336125"/>
                  <a:ext cx="91440" cy="237744"/>
                  <a:chOff x="5432164" y="7234966"/>
                  <a:chExt cx="91440" cy="237744"/>
                </a:xfrm>
              </p:grpSpPr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740D1827-FD90-6FB5-802C-D756EF2A60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1800000" flipV="1">
                    <a:off x="5432164" y="7234966"/>
                    <a:ext cx="0" cy="237744"/>
                  </a:xfrm>
                  <a:prstGeom prst="line">
                    <a:avLst/>
                  </a:prstGeom>
                  <a:ln cap="rnd">
                    <a:solidFill>
                      <a:schemeClr val="tx1">
                        <a:lumMod val="95000"/>
                        <a:lumOff val="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100EBFA7-E37C-4219-F1EC-EB9CCB8D97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800000" flipV="1">
                    <a:off x="5523604" y="7337344"/>
                    <a:ext cx="0" cy="128016"/>
                  </a:xfrm>
                  <a:prstGeom prst="line">
                    <a:avLst/>
                  </a:prstGeom>
                  <a:ln cap="rnd">
                    <a:solidFill>
                      <a:schemeClr val="tx1">
                        <a:lumMod val="95000"/>
                        <a:lumOff val="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459A0C76-4AB0-C134-3834-6214D6607CA1}"/>
                    </a:ext>
                  </a:extLst>
                </p:cNvPr>
                <p:cNvGrpSpPr/>
                <p:nvPr/>
              </p:nvGrpSpPr>
              <p:grpSpPr>
                <a:xfrm rot="2130009">
                  <a:off x="4880213" y="5881350"/>
                  <a:ext cx="274320" cy="98861"/>
                  <a:chOff x="5617265" y="7299550"/>
                  <a:chExt cx="274320" cy="98861"/>
                </a:xfrm>
              </p:grpSpPr>
              <p:cxnSp>
                <p:nvCxnSpPr>
                  <p:cNvPr id="162" name="Straight Connector 161">
                    <a:extLst>
                      <a:ext uri="{FF2B5EF4-FFF2-40B4-BE49-F238E27FC236}">
                        <a16:creationId xmlns:a16="http://schemas.microsoft.com/office/drawing/2014/main" id="{A12B0A86-4BF3-0C86-8ECB-0F24370A1A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3000000" flipV="1">
                    <a:off x="5754425" y="7162390"/>
                    <a:ext cx="0" cy="27432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E46DD2C7-4EB8-77C2-4F19-CEDDD4249B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00000" flipV="1">
                    <a:off x="5889364" y="7306971"/>
                    <a:ext cx="0" cy="9144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BFC89817-B01F-C77A-4C3C-94B9191CE96F}"/>
                    </a:ext>
                  </a:extLst>
                </p:cNvPr>
                <p:cNvGrpSpPr/>
                <p:nvPr/>
              </p:nvGrpSpPr>
              <p:grpSpPr>
                <a:xfrm rot="21356477">
                  <a:off x="4947085" y="5592089"/>
                  <a:ext cx="120156" cy="182880"/>
                  <a:chOff x="6041764" y="7234966"/>
                  <a:chExt cx="120156" cy="182880"/>
                </a:xfrm>
              </p:grpSpPr>
              <p:cxnSp>
                <p:nvCxnSpPr>
                  <p:cNvPr id="160" name="Straight Connector 159">
                    <a:extLst>
                      <a:ext uri="{FF2B5EF4-FFF2-40B4-BE49-F238E27FC236}">
                        <a16:creationId xmlns:a16="http://schemas.microsoft.com/office/drawing/2014/main" id="{8C4CED86-E15A-4499-AFD8-1D0804F5A0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2400000" flipV="1">
                    <a:off x="6041764" y="7234966"/>
                    <a:ext cx="0" cy="18288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729D3B64-ED7A-F056-FDCF-5A313E437B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00000" flipV="1">
                    <a:off x="6161920" y="7234966"/>
                    <a:ext cx="0" cy="18288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C4B8A897-7DA7-AD6F-9DD6-EC9DDCC245F5}"/>
                    </a:ext>
                  </a:extLst>
                </p:cNvPr>
                <p:cNvGrpSpPr/>
                <p:nvPr/>
              </p:nvGrpSpPr>
              <p:grpSpPr>
                <a:xfrm rot="1716689">
                  <a:off x="5046561" y="6225122"/>
                  <a:ext cx="199071" cy="228600"/>
                  <a:chOff x="6216073" y="7156917"/>
                  <a:chExt cx="199071" cy="228600"/>
                </a:xfrm>
              </p:grpSpPr>
              <p:cxnSp>
                <p:nvCxnSpPr>
                  <p:cNvPr id="158" name="Straight Connector 157">
                    <a:extLst>
                      <a:ext uri="{FF2B5EF4-FFF2-40B4-BE49-F238E27FC236}">
                        <a16:creationId xmlns:a16="http://schemas.microsoft.com/office/drawing/2014/main" id="{17CD3AAC-546E-DB9F-458F-82A421F362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700000" flipV="1">
                    <a:off x="6346564" y="7234966"/>
                    <a:ext cx="0" cy="13716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Connector 158">
                    <a:extLst>
                      <a:ext uri="{FF2B5EF4-FFF2-40B4-BE49-F238E27FC236}">
                        <a16:creationId xmlns:a16="http://schemas.microsoft.com/office/drawing/2014/main" id="{9BBA3696-C72E-B721-A1DC-86CB35376F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2700000" flipV="1">
                    <a:off x="6216073" y="7156917"/>
                    <a:ext cx="0" cy="22860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DBCC3596-5710-8A7C-21DC-0B8B78C2D5D4}"/>
                    </a:ext>
                  </a:extLst>
                </p:cNvPr>
                <p:cNvGrpSpPr/>
                <p:nvPr/>
              </p:nvGrpSpPr>
              <p:grpSpPr>
                <a:xfrm rot="1758806">
                  <a:off x="5088345" y="5472274"/>
                  <a:ext cx="220756" cy="182880"/>
                  <a:chOff x="5410200" y="7295171"/>
                  <a:chExt cx="220756" cy="182880"/>
                </a:xfrm>
              </p:grpSpPr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E05F83A4-070F-5B83-6C07-98214C4A31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2700000" flipV="1">
                    <a:off x="5410200" y="7295171"/>
                    <a:ext cx="0" cy="18288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Straight Connector 156">
                    <a:extLst>
                      <a:ext uri="{FF2B5EF4-FFF2-40B4-BE49-F238E27FC236}">
                        <a16:creationId xmlns:a16="http://schemas.microsoft.com/office/drawing/2014/main" id="{B06531B1-740C-1B4C-EE29-347AEFC15A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700000" flipV="1">
                    <a:off x="5539516" y="7295171"/>
                    <a:ext cx="0" cy="18288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1D6547B1-30AD-DD80-89D7-CAFC87142F3C}"/>
                  </a:ext>
                </a:extLst>
              </p:cNvPr>
              <p:cNvGrpSpPr/>
              <p:nvPr/>
            </p:nvGrpSpPr>
            <p:grpSpPr>
              <a:xfrm>
                <a:off x="6813031" y="5159452"/>
                <a:ext cx="1017370" cy="615382"/>
                <a:chOff x="5908920" y="6143160"/>
                <a:chExt cx="1070915" cy="647770"/>
              </a:xfrm>
            </p:grpSpPr>
            <p:grpSp>
              <p:nvGrpSpPr>
                <p:cNvPr id="198" name="Group 197">
                  <a:extLst>
                    <a:ext uri="{FF2B5EF4-FFF2-40B4-BE49-F238E27FC236}">
                      <a16:creationId xmlns:a16="http://schemas.microsoft.com/office/drawing/2014/main" id="{B3172196-C914-7F10-9DC0-F0AA95B74AB9}"/>
                    </a:ext>
                  </a:extLst>
                </p:cNvPr>
                <p:cNvGrpSpPr/>
                <p:nvPr/>
              </p:nvGrpSpPr>
              <p:grpSpPr>
                <a:xfrm rot="2959335">
                  <a:off x="6472302" y="6496591"/>
                  <a:ext cx="90000" cy="182880"/>
                  <a:chOff x="4760548" y="6991109"/>
                  <a:chExt cx="90000" cy="182880"/>
                </a:xfrm>
              </p:grpSpPr>
              <p:cxnSp>
                <p:nvCxnSpPr>
                  <p:cNvPr id="219" name="Straight Connector 218">
                    <a:extLst>
                      <a:ext uri="{FF2B5EF4-FFF2-40B4-BE49-F238E27FC236}">
                        <a16:creationId xmlns:a16="http://schemas.microsoft.com/office/drawing/2014/main" id="{B046B78A-1CA4-B919-6A80-95B1633851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795" flipV="1">
                    <a:off x="4805548" y="6991109"/>
                    <a:ext cx="0" cy="91440"/>
                  </a:xfrm>
                  <a:prstGeom prst="line">
                    <a:avLst/>
                  </a:prstGeom>
                  <a:ln cap="rnd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0" name="Straight Connector 219">
                    <a:extLst>
                      <a:ext uri="{FF2B5EF4-FFF2-40B4-BE49-F238E27FC236}">
                        <a16:creationId xmlns:a16="http://schemas.microsoft.com/office/drawing/2014/main" id="{9FF1A1A1-5ECF-517D-958A-C21AC141A1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795" flipV="1">
                    <a:off x="4805548" y="7082549"/>
                    <a:ext cx="0" cy="91440"/>
                  </a:xfrm>
                  <a:prstGeom prst="line">
                    <a:avLst/>
                  </a:prstGeom>
                  <a:ln cap="rnd">
                    <a:solidFill>
                      <a:srgbClr val="A6A6A6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1" name="Oval 220">
                    <a:extLst>
                      <a:ext uri="{FF2B5EF4-FFF2-40B4-BE49-F238E27FC236}">
                        <a16:creationId xmlns:a16="http://schemas.microsoft.com/office/drawing/2014/main" id="{F19D1104-4BCB-4648-EEA1-0103A908BA2E}"/>
                      </a:ext>
                    </a:extLst>
                  </p:cNvPr>
                  <p:cNvSpPr/>
                  <p:nvPr/>
                </p:nvSpPr>
                <p:spPr>
                  <a:xfrm>
                    <a:off x="4760548" y="7033515"/>
                    <a:ext cx="90000" cy="90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31" dirty="0"/>
                  </a:p>
                </p:txBody>
              </p:sp>
            </p:grp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EBFBAB9F-1840-7C7A-885F-A70A2FC9BF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-1200000" flipV="1">
                  <a:off x="6405145" y="6425907"/>
                  <a:ext cx="0" cy="228600"/>
                </a:xfrm>
                <a:prstGeom prst="line">
                  <a:avLst/>
                </a:prstGeom>
                <a:ln cap="rnd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42291EBD-983D-CFA2-C5AD-757171D5A7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47083" y="6653770"/>
                  <a:ext cx="0" cy="137160"/>
                </a:xfrm>
                <a:prstGeom prst="line">
                  <a:avLst/>
                </a:prstGeom>
                <a:ln cap="rnd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1" name="Group 200">
                  <a:extLst>
                    <a:ext uri="{FF2B5EF4-FFF2-40B4-BE49-F238E27FC236}">
                      <a16:creationId xmlns:a16="http://schemas.microsoft.com/office/drawing/2014/main" id="{CEB698C7-622B-A2B9-2CCA-DAAB9AD6AFFC}"/>
                    </a:ext>
                  </a:extLst>
                </p:cNvPr>
                <p:cNvGrpSpPr/>
                <p:nvPr/>
              </p:nvGrpSpPr>
              <p:grpSpPr>
                <a:xfrm>
                  <a:off x="6330798" y="6143160"/>
                  <a:ext cx="226879" cy="155448"/>
                  <a:chOff x="5022208" y="7241941"/>
                  <a:chExt cx="226879" cy="155448"/>
                </a:xfrm>
              </p:grpSpPr>
              <p:cxnSp>
                <p:nvCxnSpPr>
                  <p:cNvPr id="217" name="Straight Connector 216">
                    <a:extLst>
                      <a:ext uri="{FF2B5EF4-FFF2-40B4-BE49-F238E27FC236}">
                        <a16:creationId xmlns:a16="http://schemas.microsoft.com/office/drawing/2014/main" id="{2C82A87D-4C3C-0E0A-557F-16867F191F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200000" flipV="1">
                    <a:off x="5127364" y="7234967"/>
                    <a:ext cx="0" cy="210312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Straight Connector 217">
                    <a:extLst>
                      <a:ext uri="{FF2B5EF4-FFF2-40B4-BE49-F238E27FC236}">
                        <a16:creationId xmlns:a16="http://schemas.microsoft.com/office/drawing/2014/main" id="{21858A57-910D-E3A2-D895-F178050E8F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200000" flipV="1">
                    <a:off x="5249087" y="7241941"/>
                    <a:ext cx="0" cy="155448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CD4802FC-35CF-ABDD-2D90-64B9CFFEEB8A}"/>
                    </a:ext>
                  </a:extLst>
                </p:cNvPr>
                <p:cNvGrpSpPr/>
                <p:nvPr/>
              </p:nvGrpSpPr>
              <p:grpSpPr>
                <a:xfrm rot="19669366">
                  <a:off x="6254090" y="6225449"/>
                  <a:ext cx="91440" cy="237744"/>
                  <a:chOff x="5432164" y="7234966"/>
                  <a:chExt cx="91440" cy="237744"/>
                </a:xfrm>
              </p:grpSpPr>
              <p:cxnSp>
                <p:nvCxnSpPr>
                  <p:cNvPr id="215" name="Straight Connector 214">
                    <a:extLst>
                      <a:ext uri="{FF2B5EF4-FFF2-40B4-BE49-F238E27FC236}">
                        <a16:creationId xmlns:a16="http://schemas.microsoft.com/office/drawing/2014/main" id="{7D65C0EA-EB42-C15A-85D3-E37433267F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1800000" flipV="1">
                    <a:off x="5432164" y="7234966"/>
                    <a:ext cx="0" cy="237744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>
                    <a:extLst>
                      <a:ext uri="{FF2B5EF4-FFF2-40B4-BE49-F238E27FC236}">
                        <a16:creationId xmlns:a16="http://schemas.microsoft.com/office/drawing/2014/main" id="{D6F9E41B-6FCC-3C2F-504D-3E66C05C12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800000" flipV="1">
                    <a:off x="5523604" y="7337344"/>
                    <a:ext cx="0" cy="128016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3" name="Group 202">
                  <a:extLst>
                    <a:ext uri="{FF2B5EF4-FFF2-40B4-BE49-F238E27FC236}">
                      <a16:creationId xmlns:a16="http://schemas.microsoft.com/office/drawing/2014/main" id="{8FE61543-14D8-17C9-964E-2D498CB7AFE5}"/>
                    </a:ext>
                  </a:extLst>
                </p:cNvPr>
                <p:cNvGrpSpPr/>
                <p:nvPr/>
              </p:nvGrpSpPr>
              <p:grpSpPr>
                <a:xfrm rot="19001967">
                  <a:off x="5908920" y="6304732"/>
                  <a:ext cx="274320" cy="98861"/>
                  <a:chOff x="5617265" y="7299550"/>
                  <a:chExt cx="274320" cy="98861"/>
                </a:xfrm>
              </p:grpSpPr>
              <p:cxnSp>
                <p:nvCxnSpPr>
                  <p:cNvPr id="213" name="Straight Connector 212">
                    <a:extLst>
                      <a:ext uri="{FF2B5EF4-FFF2-40B4-BE49-F238E27FC236}">
                        <a16:creationId xmlns:a16="http://schemas.microsoft.com/office/drawing/2014/main" id="{8C392EB4-3C85-A30A-9770-8382C9C063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3000000" flipV="1">
                    <a:off x="5754425" y="7162390"/>
                    <a:ext cx="0" cy="27432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Straight Connector 213">
                    <a:extLst>
                      <a:ext uri="{FF2B5EF4-FFF2-40B4-BE49-F238E27FC236}">
                        <a16:creationId xmlns:a16="http://schemas.microsoft.com/office/drawing/2014/main" id="{E52C1CAE-5512-DCB7-7FA8-EC4665FC90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00000" flipV="1">
                    <a:off x="5889364" y="7306971"/>
                    <a:ext cx="0" cy="91440"/>
                  </a:xfrm>
                  <a:prstGeom prst="line">
                    <a:avLst/>
                  </a:prstGeom>
                  <a:ln cap="rnd">
                    <a:solidFill>
                      <a:schemeClr val="bg1">
                        <a:lumMod val="65000"/>
                      </a:schemeClr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C376DAFB-0B3D-E5D1-F896-A5D815A9774D}"/>
                    </a:ext>
                  </a:extLst>
                </p:cNvPr>
                <p:cNvGrpSpPr/>
                <p:nvPr/>
              </p:nvGrpSpPr>
              <p:grpSpPr>
                <a:xfrm rot="3548578">
                  <a:off x="6733887" y="6352785"/>
                  <a:ext cx="120156" cy="182880"/>
                  <a:chOff x="6041764" y="7234966"/>
                  <a:chExt cx="120156" cy="182880"/>
                </a:xfrm>
              </p:grpSpPr>
              <p:cxnSp>
                <p:nvCxnSpPr>
                  <p:cNvPr id="211" name="Straight Connector 210">
                    <a:extLst>
                      <a:ext uri="{FF2B5EF4-FFF2-40B4-BE49-F238E27FC236}">
                        <a16:creationId xmlns:a16="http://schemas.microsoft.com/office/drawing/2014/main" id="{9E5579D3-30FE-A47E-D7A8-996FAF9039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2400000" flipV="1">
                    <a:off x="6041764" y="7234966"/>
                    <a:ext cx="0" cy="18288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5AE5811A-7651-EECC-6268-1E6FBE02B2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400000" flipV="1">
                    <a:off x="6161920" y="7234966"/>
                    <a:ext cx="0" cy="18288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5" name="Group 204">
                  <a:extLst>
                    <a:ext uri="{FF2B5EF4-FFF2-40B4-BE49-F238E27FC236}">
                      <a16:creationId xmlns:a16="http://schemas.microsoft.com/office/drawing/2014/main" id="{D5130176-449B-7098-FBAA-70A2F5E0A1CE}"/>
                    </a:ext>
                  </a:extLst>
                </p:cNvPr>
                <p:cNvGrpSpPr/>
                <p:nvPr/>
              </p:nvGrpSpPr>
              <p:grpSpPr>
                <a:xfrm rot="1716689">
                  <a:off x="6551421" y="6344383"/>
                  <a:ext cx="199071" cy="228600"/>
                  <a:chOff x="6216073" y="7156917"/>
                  <a:chExt cx="199071" cy="228600"/>
                </a:xfrm>
              </p:grpSpPr>
              <p:cxnSp>
                <p:nvCxnSpPr>
                  <p:cNvPr id="209" name="Straight Connector 208">
                    <a:extLst>
                      <a:ext uri="{FF2B5EF4-FFF2-40B4-BE49-F238E27FC236}">
                        <a16:creationId xmlns:a16="http://schemas.microsoft.com/office/drawing/2014/main" id="{0E3D3ACB-9664-8A72-A452-992D23F785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700000" flipV="1">
                    <a:off x="6346564" y="7234966"/>
                    <a:ext cx="0" cy="13716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Connector 209">
                    <a:extLst>
                      <a:ext uri="{FF2B5EF4-FFF2-40B4-BE49-F238E27FC236}">
                        <a16:creationId xmlns:a16="http://schemas.microsoft.com/office/drawing/2014/main" id="{20ED3AEB-4E0D-3EBB-D24E-69E0CAAB50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2700000" flipV="1">
                    <a:off x="6216073" y="7156917"/>
                    <a:ext cx="0" cy="22860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6" name="Group 205">
                  <a:extLst>
                    <a:ext uri="{FF2B5EF4-FFF2-40B4-BE49-F238E27FC236}">
                      <a16:creationId xmlns:a16="http://schemas.microsoft.com/office/drawing/2014/main" id="{C4FF9A52-3AEB-B643-3B94-17801134BDFD}"/>
                    </a:ext>
                  </a:extLst>
                </p:cNvPr>
                <p:cNvGrpSpPr/>
                <p:nvPr/>
              </p:nvGrpSpPr>
              <p:grpSpPr>
                <a:xfrm rot="1758806">
                  <a:off x="6759079" y="6171886"/>
                  <a:ext cx="220756" cy="182880"/>
                  <a:chOff x="5410200" y="7295171"/>
                  <a:chExt cx="220756" cy="182880"/>
                </a:xfrm>
              </p:grpSpPr>
              <p:cxnSp>
                <p:nvCxnSpPr>
                  <p:cNvPr id="207" name="Straight Connector 206">
                    <a:extLst>
                      <a:ext uri="{FF2B5EF4-FFF2-40B4-BE49-F238E27FC236}">
                        <a16:creationId xmlns:a16="http://schemas.microsoft.com/office/drawing/2014/main" id="{BDC7C6BD-F27F-236F-B452-D6514C8DAF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-2700000" flipV="1">
                    <a:off x="5410200" y="7295171"/>
                    <a:ext cx="0" cy="18288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Connector 207">
                    <a:extLst>
                      <a:ext uri="{FF2B5EF4-FFF2-40B4-BE49-F238E27FC236}">
                        <a16:creationId xmlns:a16="http://schemas.microsoft.com/office/drawing/2014/main" id="{18FA970B-5E81-7859-48AE-AB3E62D670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700000" flipV="1">
                    <a:off x="5539516" y="7295171"/>
                    <a:ext cx="0" cy="182880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miter lim="800000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6A0DD742-92F8-5E9B-318C-3E34F6DCB5F6}"/>
                </a:ext>
              </a:extLst>
            </p:cNvPr>
            <p:cNvSpPr txBox="1"/>
            <p:nvPr/>
          </p:nvSpPr>
          <p:spPr>
            <a:xfrm flipH="1">
              <a:off x="8106646" y="1824615"/>
              <a:ext cx="336680" cy="4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70" dirty="0"/>
                <a:t>…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8B296F1E-38C7-CFB6-D71D-A78118F9FECC}"/>
                </a:ext>
              </a:extLst>
            </p:cNvPr>
            <p:cNvSpPr txBox="1"/>
            <p:nvPr/>
          </p:nvSpPr>
          <p:spPr>
            <a:xfrm flipH="1">
              <a:off x="8106646" y="4060808"/>
              <a:ext cx="336680" cy="47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70" dirty="0"/>
                <a:t>…</a:t>
              </a:r>
            </a:p>
          </p:txBody>
        </p:sp>
        <p:sp>
          <p:nvSpPr>
            <p:cNvPr id="234" name="Arc 233">
              <a:extLst>
                <a:ext uri="{FF2B5EF4-FFF2-40B4-BE49-F238E27FC236}">
                  <a16:creationId xmlns:a16="http://schemas.microsoft.com/office/drawing/2014/main" id="{B18935E2-2D68-76A1-E026-161A2391F2FF}"/>
                </a:ext>
              </a:extLst>
            </p:cNvPr>
            <p:cNvSpPr/>
            <p:nvPr/>
          </p:nvSpPr>
          <p:spPr>
            <a:xfrm flipH="1">
              <a:off x="2925531" y="1256353"/>
              <a:ext cx="2118413" cy="1485753"/>
            </a:xfrm>
            <a:prstGeom prst="arc">
              <a:avLst/>
            </a:prstGeom>
            <a:ln w="762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triangl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88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2802DC72-4FEC-D9EC-F0C8-16E725442D84}"/>
                    </a:ext>
                  </a:extLst>
                </p:cNvPr>
                <p:cNvSpPr txBox="1"/>
                <p:nvPr/>
              </p:nvSpPr>
              <p:spPr>
                <a:xfrm>
                  <a:off x="3126700" y="3266801"/>
                  <a:ext cx="1365630" cy="3781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57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Diameter </a:t>
                  </a:r>
                  <a14:m>
                    <m:oMath xmlns:m="http://schemas.openxmlformats.org/officeDocument/2006/math">
                      <m:r>
                        <a:rPr lang="en-US" sz="1857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ℒ</m:t>
                      </m:r>
                    </m:oMath>
                  </a14:m>
                  <a:endParaRPr lang="en-US" sz="1857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2802DC72-4FEC-D9EC-F0C8-16E725442D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700" y="3266801"/>
                  <a:ext cx="1365630" cy="378117"/>
                </a:xfrm>
                <a:prstGeom prst="rect">
                  <a:avLst/>
                </a:prstGeom>
                <a:blipFill>
                  <a:blip r:embed="rId8"/>
                  <a:stretch>
                    <a:fillRect l="-4018" t="-6452" b="-274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4A4C089-D709-FACB-4C18-E32291A8425D}"/>
                </a:ext>
              </a:extLst>
            </p:cNvPr>
            <p:cNvGrpSpPr/>
            <p:nvPr/>
          </p:nvGrpSpPr>
          <p:grpSpPr>
            <a:xfrm>
              <a:off x="2618457" y="2191015"/>
              <a:ext cx="1031510" cy="1498563"/>
              <a:chOff x="2173951" y="3456358"/>
              <a:chExt cx="1169323" cy="1698776"/>
            </a:xfrm>
          </p:grpSpPr>
          <p:cxnSp>
            <p:nvCxnSpPr>
              <p:cNvPr id="2" name="Straight Connector 1">
                <a:extLst>
                  <a:ext uri="{FF2B5EF4-FFF2-40B4-BE49-F238E27FC236}">
                    <a16:creationId xmlns:a16="http://schemas.microsoft.com/office/drawing/2014/main" id="{B690DAD5-CD93-080F-3E67-06074C9575B7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2218951" y="3456358"/>
                <a:ext cx="0" cy="914400"/>
              </a:xfrm>
              <a:prstGeom prst="line">
                <a:avLst/>
              </a:prstGeom>
              <a:ln w="2540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281429DA-5478-13FC-8DB1-16499F3A6A0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2874962" y="3459472"/>
                <a:ext cx="0" cy="914400"/>
              </a:xfrm>
              <a:prstGeom prst="line">
                <a:avLst/>
              </a:prstGeom>
              <a:ln w="2540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5FA2AAD8-97F4-6EE3-7068-26C7DD4550D1}"/>
                  </a:ext>
                </a:extLst>
              </p:cNvPr>
              <p:cNvCxnSpPr/>
              <p:nvPr/>
            </p:nvCxnSpPr>
            <p:spPr>
              <a:xfrm flipV="1">
                <a:off x="2538943" y="4224947"/>
                <a:ext cx="0" cy="457200"/>
              </a:xfrm>
              <a:prstGeom prst="line">
                <a:avLst/>
              </a:prstGeom>
              <a:ln w="254000" cap="flat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EABDF57-6A95-B86D-6E28-ED11089AD062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2218962" y="3459826"/>
                <a:ext cx="0" cy="914400"/>
              </a:xfrm>
              <a:prstGeom prst="line">
                <a:avLst/>
              </a:prstGeom>
              <a:ln cap="rnd">
                <a:solidFill>
                  <a:srgbClr val="2B2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5A9E7E3-F772-6CF5-BEAE-BC6D5F2A59F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2868000" y="3464688"/>
                <a:ext cx="0" cy="914400"/>
              </a:xfrm>
              <a:prstGeom prst="line">
                <a:avLst/>
              </a:prstGeom>
              <a:ln cap="rnd">
                <a:solidFill>
                  <a:srgbClr val="2B2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71ED0E3A-F16F-396A-807F-BB2FF28CE01B}"/>
                  </a:ext>
                </a:extLst>
              </p:cNvPr>
              <p:cNvGrpSpPr/>
              <p:nvPr/>
            </p:nvGrpSpPr>
            <p:grpSpPr>
              <a:xfrm>
                <a:off x="2499910" y="4241075"/>
                <a:ext cx="90000" cy="914059"/>
                <a:chOff x="2499910" y="4241075"/>
                <a:chExt cx="90000" cy="914059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4AAA572F-D56C-976D-331E-8CDBDBB92916}"/>
                    </a:ext>
                  </a:extLst>
                </p:cNvPr>
                <p:cNvCxnSpPr/>
                <p:nvPr/>
              </p:nvCxnSpPr>
              <p:spPr>
                <a:xfrm flipV="1">
                  <a:off x="2544910" y="4241075"/>
                  <a:ext cx="0" cy="457200"/>
                </a:xfrm>
                <a:prstGeom prst="line">
                  <a:avLst/>
                </a:prstGeom>
                <a:ln cap="rnd">
                  <a:solidFill>
                    <a:srgbClr val="2B2B2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C27AC35A-0DA4-6497-ECB1-31480FC291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44910" y="4697934"/>
                  <a:ext cx="0" cy="457200"/>
                </a:xfrm>
                <a:prstGeom prst="line">
                  <a:avLst/>
                </a:prstGeom>
                <a:ln cap="rnd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A173AE1-8839-9306-5241-AFAEBCACDBF6}"/>
                    </a:ext>
                  </a:extLst>
                </p:cNvPr>
                <p:cNvSpPr/>
                <p:nvPr/>
              </p:nvSpPr>
              <p:spPr>
                <a:xfrm>
                  <a:off x="2499910" y="4640371"/>
                  <a:ext cx="90000" cy="90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31" dirty="0"/>
                </a:p>
              </p:txBody>
            </p:sp>
          </p:grp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0AE8031B-0CB2-B0A0-E701-6531FDF351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0456" y="3739468"/>
                <a:ext cx="592818" cy="586357"/>
              </a:xfrm>
              <a:prstGeom prst="line">
                <a:avLst/>
              </a:prstGeom>
              <a:ln cap="rnd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27EBBC2B-AC82-F7B9-7B1C-5084DC6863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48452" y="4335054"/>
                <a:ext cx="0" cy="820080"/>
              </a:xfrm>
              <a:prstGeom prst="line">
                <a:avLst/>
              </a:prstGeom>
              <a:ln cap="rnd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7ACA986-FEA0-08AD-9D6A-FB07B8F0423D}"/>
                  </a:ext>
                </a:extLst>
              </p:cNvPr>
              <p:cNvSpPr/>
              <p:nvPr/>
            </p:nvSpPr>
            <p:spPr>
              <a:xfrm>
                <a:off x="2173951" y="3872787"/>
                <a:ext cx="90000" cy="90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31" dirty="0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6B734BBC-C203-C8A7-BD12-B6BB0E117E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29696" y="4312709"/>
                <a:ext cx="0" cy="365760"/>
              </a:xfrm>
              <a:prstGeom prst="line">
                <a:avLst/>
              </a:prstGeom>
              <a:ln cap="rnd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B259CBB-0171-ED16-61B6-0F1B61D37604}"/>
                  </a:ext>
                </a:extLst>
              </p:cNvPr>
              <p:cNvCxnSpPr>
                <a:cxnSpLocks/>
              </p:cNvCxnSpPr>
              <p:nvPr/>
            </p:nvCxnSpPr>
            <p:spPr>
              <a:xfrm rot="-2700000" flipV="1">
                <a:off x="2193859" y="3994598"/>
                <a:ext cx="0" cy="365760"/>
              </a:xfrm>
              <a:prstGeom prst="line">
                <a:avLst/>
              </a:prstGeom>
              <a:ln cap="rnd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21287D-5699-8380-67A9-EA9E39AC2522}"/>
                    </a:ext>
                  </a:extLst>
                </p:cNvPr>
                <p:cNvSpPr txBox="1"/>
                <p:nvPr/>
              </p:nvSpPr>
              <p:spPr>
                <a:xfrm>
                  <a:off x="531936" y="2780385"/>
                  <a:ext cx="2221634" cy="3781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57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Network distance </a:t>
                  </a:r>
                  <a14:m>
                    <m:oMath xmlns:m="http://schemas.openxmlformats.org/officeDocument/2006/math">
                      <m:r>
                        <a:rPr lang="en-US" sz="1857" i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</m:oMath>
                  </a14:m>
                  <a:endParaRPr lang="en-US" sz="1857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21287D-5699-8380-67A9-EA9E39AC2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936" y="2780385"/>
                  <a:ext cx="2221634" cy="378117"/>
                </a:xfrm>
                <a:prstGeom prst="rect">
                  <a:avLst/>
                </a:prstGeom>
                <a:blipFill>
                  <a:blip r:embed="rId9"/>
                  <a:stretch>
                    <a:fillRect l="-2466" t="-8065" b="-258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D9B1EF40-00C5-1819-BCA5-EFD36F949E06}"/>
                </a:ext>
              </a:extLst>
            </p:cNvPr>
            <p:cNvCxnSpPr>
              <a:cxnSpLocks/>
            </p:cNvCxnSpPr>
            <p:nvPr/>
          </p:nvCxnSpPr>
          <p:spPr>
            <a:xfrm>
              <a:off x="4668181" y="4858259"/>
              <a:ext cx="329374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9F36B01-58AA-076E-1E9B-6370D7B3676C}"/>
                </a:ext>
              </a:extLst>
            </p:cNvPr>
            <p:cNvSpPr txBox="1"/>
            <p:nvPr/>
          </p:nvSpPr>
          <p:spPr>
            <a:xfrm>
              <a:off x="4435670" y="4861426"/>
              <a:ext cx="3778599" cy="378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57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Random topology and link lengths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9375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366</TotalTime>
  <Words>43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Akira Terui</dc:creator>
  <cp:lastModifiedBy>Akira Terui</cp:lastModifiedBy>
  <cp:revision>1</cp:revision>
  <cp:lastPrinted>2024-09-16T22:16:46Z</cp:lastPrinted>
  <dcterms:created xsi:type="dcterms:W3CDTF">2024-09-16T20:49:37Z</dcterms:created>
  <dcterms:modified xsi:type="dcterms:W3CDTF">2026-07-04T03:45:55Z</dcterms:modified>
</cp:coreProperties>
</file>